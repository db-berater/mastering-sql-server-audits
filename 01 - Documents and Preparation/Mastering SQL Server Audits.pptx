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0"/>
  </p:notesMasterIdLst>
  <p:handoutMasterIdLst>
    <p:handoutMasterId r:id="rId21"/>
  </p:handoutMasterIdLst>
  <p:sldIdLst>
    <p:sldId id="256" r:id="rId2"/>
    <p:sldId id="315" r:id="rId3"/>
    <p:sldId id="421" r:id="rId4"/>
    <p:sldId id="422" r:id="rId5"/>
    <p:sldId id="423" r:id="rId6"/>
    <p:sldId id="327" r:id="rId7"/>
    <p:sldId id="297" r:id="rId8"/>
    <p:sldId id="424" r:id="rId9"/>
    <p:sldId id="425" r:id="rId10"/>
    <p:sldId id="426" r:id="rId11"/>
    <p:sldId id="427" r:id="rId12"/>
    <p:sldId id="428" r:id="rId13"/>
    <p:sldId id="328" r:id="rId14"/>
    <p:sldId id="382" r:id="rId15"/>
    <p:sldId id="400" r:id="rId16"/>
    <p:sldId id="408" r:id="rId17"/>
    <p:sldId id="429" r:id="rId18"/>
    <p:sldId id="430" r:id="rId19"/>
  </p:sldIdLst>
  <p:sldSz cx="12192000" cy="6858000"/>
  <p:notesSz cx="6858000" cy="9144000"/>
  <p:defaultTextStyle>
    <a:defPPr>
      <a:defRPr lang="de-DE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234" userDrawn="1">
          <p15:clr>
            <a:srgbClr val="A4A3A4"/>
          </p15:clr>
        </p15:guide>
        <p15:guide id="5" orient="horz" pos="3521" userDrawn="1">
          <p15:clr>
            <a:srgbClr val="A4A3A4"/>
          </p15:clr>
        </p15:guide>
        <p15:guide id="6" orient="horz" pos="3884" userDrawn="1">
          <p15:clr>
            <a:srgbClr val="A4A3A4"/>
          </p15:clr>
        </p15:guide>
        <p15:guide id="7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we Ricken" initials="UR" lastIdx="1" clrIdx="0">
    <p:extLst>
      <p:ext uri="{19B8F6BF-5375-455C-9EA6-DF929625EA0E}">
        <p15:presenceInfo xmlns:p15="http://schemas.microsoft.com/office/powerpoint/2012/main" userId="f02567aecbed924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B79CD-E9E2-4B24-ABEF-EE3CE37EA217}" v="73" dt="2026-10-07T14:17:33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45" autoAdjust="0"/>
  </p:normalViewPr>
  <p:slideViewPr>
    <p:cSldViewPr showGuides="1">
      <p:cViewPr varScale="1">
        <p:scale>
          <a:sx n="83" d="100"/>
          <a:sy n="83" d="100"/>
        </p:scale>
        <p:origin x="401" y="41"/>
      </p:cViewPr>
      <p:guideLst>
        <p:guide orient="horz" pos="2160"/>
        <p:guide pos="3840"/>
        <p:guide pos="7446"/>
        <p:guide pos="234"/>
        <p:guide orient="horz" pos="3521"/>
        <p:guide orient="horz" pos="3884"/>
        <p:guide orient="horz" pos="1071"/>
      </p:guideLst>
    </p:cSldViewPr>
  </p:slideViewPr>
  <p:outlineViewPr>
    <p:cViewPr>
      <p:scale>
        <a:sx n="33" d="100"/>
        <a:sy n="33" d="100"/>
      </p:scale>
      <p:origin x="0" y="-15111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241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we Ricken" userId="f02567aecbed924b" providerId="LiveId" clId="{E77B627B-1F43-41A9-9F24-D4BB31BF6050}"/>
    <pc:docChg chg="custSel addSld delSld modSld modMainMaster">
      <pc:chgData name="Uwe Ricken" userId="f02567aecbed924b" providerId="LiveId" clId="{E77B627B-1F43-41A9-9F24-D4BB31BF6050}" dt="2026-10-07T14:04:25.205" v="1384" actId="20577"/>
      <pc:docMkLst>
        <pc:docMk/>
      </pc:docMkLst>
      <pc:sldChg chg="addSp delSp modSp mod">
        <pc:chgData name="Uwe Ricken" userId="f02567aecbed924b" providerId="LiveId" clId="{E77B627B-1F43-41A9-9F24-D4BB31BF6050}" dt="2026-09-15T13:57:37.464" v="525" actId="20577"/>
        <pc:sldMkLst>
          <pc:docMk/>
          <pc:sldMk cId="3206109905" sldId="297"/>
        </pc:sldMkLst>
        <pc:spChg chg="mod">
          <ac:chgData name="Uwe Ricken" userId="f02567aecbed924b" providerId="LiveId" clId="{E77B627B-1F43-41A9-9F24-D4BB31BF6050}" dt="2026-09-15T13:57:37.464" v="525" actId="20577"/>
          <ac:spMkLst>
            <pc:docMk/>
            <pc:sldMk cId="3206109905" sldId="297"/>
            <ac:spMk id="19" creationId="{A7CC8651-ABE9-1E86-7F9E-5178C18F5AAA}"/>
          </ac:spMkLst>
        </pc:spChg>
        <pc:picChg chg="add mod">
          <ac:chgData name="Uwe Ricken" userId="f02567aecbed924b" providerId="LiveId" clId="{E77B627B-1F43-41A9-9F24-D4BB31BF6050}" dt="2026-09-14T12:47:55.098" v="75" actId="14826"/>
          <ac:picMkLst>
            <pc:docMk/>
            <pc:sldMk cId="3206109905" sldId="297"/>
            <ac:picMk id="4" creationId="{D784B22A-C99C-33D7-304A-FE63EBF8D58E}"/>
          </ac:picMkLst>
        </pc:picChg>
      </pc:sldChg>
      <pc:sldChg chg="modSp mod">
        <pc:chgData name="Uwe Ricken" userId="f02567aecbed924b" providerId="LiveId" clId="{E77B627B-1F43-41A9-9F24-D4BB31BF6050}" dt="2026-10-07T14:04:25.205" v="1384" actId="20577"/>
        <pc:sldMkLst>
          <pc:docMk/>
          <pc:sldMk cId="1252969730" sldId="315"/>
        </pc:sldMkLst>
        <pc:spChg chg="mod">
          <ac:chgData name="Uwe Ricken" userId="f02567aecbed924b" providerId="LiveId" clId="{E77B627B-1F43-41A9-9F24-D4BB31BF6050}" dt="2026-10-07T14:04:25.205" v="1384" actId="20577"/>
          <ac:spMkLst>
            <pc:docMk/>
            <pc:sldMk cId="1252969730" sldId="315"/>
            <ac:spMk id="3" creationId="{32727BD7-7924-41DC-BF8D-0990B5F36E59}"/>
          </ac:spMkLst>
        </pc:spChg>
      </pc:sldChg>
      <pc:sldChg chg="addSp modSp mod">
        <pc:chgData name="Uwe Ricken" userId="f02567aecbed924b" providerId="LiveId" clId="{E77B627B-1F43-41A9-9F24-D4BB31BF6050}" dt="2026-09-15T13:55:33.760" v="516" actId="20577"/>
        <pc:sldMkLst>
          <pc:docMk/>
          <pc:sldMk cId="4195874464" sldId="327"/>
        </pc:sldMkLst>
        <pc:spChg chg="mod">
          <ac:chgData name="Uwe Ricken" userId="f02567aecbed924b" providerId="LiveId" clId="{E77B627B-1F43-41A9-9F24-D4BB31BF6050}" dt="2026-09-15T13:55:33.760" v="516" actId="20577"/>
          <ac:spMkLst>
            <pc:docMk/>
            <pc:sldMk cId="4195874464" sldId="327"/>
            <ac:spMk id="6" creationId="{F584846F-DF71-4A64-98B4-A74662F8894B}"/>
          </ac:spMkLst>
        </pc:spChg>
        <pc:picChg chg="add mod">
          <ac:chgData name="Uwe Ricken" userId="f02567aecbed924b" providerId="LiveId" clId="{E77B627B-1F43-41A9-9F24-D4BB31BF6050}" dt="2026-09-14T12:45:38.201" v="71" actId="14100"/>
          <ac:picMkLst>
            <pc:docMk/>
            <pc:sldMk cId="4195874464" sldId="327"/>
            <ac:picMk id="2" creationId="{9D3A2E57-5EF5-3D1B-31F6-E1A7BC867F10}"/>
          </ac:picMkLst>
        </pc:picChg>
      </pc:sldChg>
      <pc:sldChg chg="addSp modSp mod">
        <pc:chgData name="Uwe Ricken" userId="f02567aecbed924b" providerId="LiveId" clId="{E77B627B-1F43-41A9-9F24-D4BB31BF6050}" dt="2026-09-14T13:12:24.255" v="288" actId="20577"/>
        <pc:sldMkLst>
          <pc:docMk/>
          <pc:sldMk cId="3407639126" sldId="328"/>
        </pc:sldMkLst>
        <pc:spChg chg="mod">
          <ac:chgData name="Uwe Ricken" userId="f02567aecbed924b" providerId="LiveId" clId="{E77B627B-1F43-41A9-9F24-D4BB31BF6050}" dt="2026-09-14T13:12:24.255" v="288" actId="20577"/>
          <ac:spMkLst>
            <pc:docMk/>
            <pc:sldMk cId="3407639126" sldId="328"/>
            <ac:spMk id="8" creationId="{8355F3DA-ACE8-1FC7-B182-BD77127C8525}"/>
          </ac:spMkLst>
        </pc:spChg>
        <pc:picChg chg="add mod">
          <ac:chgData name="Uwe Ricken" userId="f02567aecbed924b" providerId="LiveId" clId="{E77B627B-1F43-41A9-9F24-D4BB31BF6050}" dt="2026-09-14T12:48:13.408" v="76" actId="14826"/>
          <ac:picMkLst>
            <pc:docMk/>
            <pc:sldMk cId="3407639126" sldId="328"/>
            <ac:picMk id="3" creationId="{A543F095-C752-F1E5-8FE6-B768DEB2551F}"/>
          </ac:picMkLst>
        </pc:picChg>
      </pc:sldChg>
      <pc:sldChg chg="addSp delSp modSp mod">
        <pc:chgData name="Uwe Ricken" userId="f02567aecbed924b" providerId="LiveId" clId="{E77B627B-1F43-41A9-9F24-D4BB31BF6050}" dt="2026-09-14T14:22:08.174" v="515" actId="11529"/>
        <pc:sldMkLst>
          <pc:docMk/>
          <pc:sldMk cId="3112673019" sldId="382"/>
        </pc:sldMkLst>
        <pc:spChg chg="add mod">
          <ac:chgData name="Uwe Ricken" userId="f02567aecbed924b" providerId="LiveId" clId="{E77B627B-1F43-41A9-9F24-D4BB31BF6050}" dt="2026-09-14T13:31:19.699" v="467" actId="164"/>
          <ac:spMkLst>
            <pc:docMk/>
            <pc:sldMk cId="3112673019" sldId="382"/>
            <ac:spMk id="2" creationId="{9780BF39-B96A-F10C-4175-A829DBF88713}"/>
          </ac:spMkLst>
        </pc:spChg>
        <pc:spChg chg="add mod">
          <ac:chgData name="Uwe Ricken" userId="f02567aecbed924b" providerId="LiveId" clId="{E77B627B-1F43-41A9-9F24-D4BB31BF6050}" dt="2026-09-14T13:31:19.699" v="467" actId="164"/>
          <ac:spMkLst>
            <pc:docMk/>
            <pc:sldMk cId="3112673019" sldId="382"/>
            <ac:spMk id="3" creationId="{ECA86FE5-5011-B225-F353-C393A1875D83}"/>
          </ac:spMkLst>
        </pc:spChg>
        <pc:spChg chg="add mod">
          <ac:chgData name="Uwe Ricken" userId="f02567aecbed924b" providerId="LiveId" clId="{E77B627B-1F43-41A9-9F24-D4BB31BF6050}" dt="2026-09-14T13:31:19.699" v="467" actId="164"/>
          <ac:spMkLst>
            <pc:docMk/>
            <pc:sldMk cId="3112673019" sldId="382"/>
            <ac:spMk id="4" creationId="{22F11A98-95B5-FDE1-9637-EB79E6B056D6}"/>
          </ac:spMkLst>
        </pc:spChg>
        <pc:spChg chg="add mod">
          <ac:chgData name="Uwe Ricken" userId="f02567aecbed924b" providerId="LiveId" clId="{E77B627B-1F43-41A9-9F24-D4BB31BF6050}" dt="2026-09-14T14:21:50.881" v="514" actId="1076"/>
          <ac:spMkLst>
            <pc:docMk/>
            <pc:sldMk cId="3112673019" sldId="382"/>
            <ac:spMk id="12" creationId="{BD2892D2-31AF-AA7D-6D92-84B85005B200}"/>
          </ac:spMkLst>
        </pc:spChg>
        <pc:spChg chg="mod">
          <ac:chgData name="Uwe Ricken" userId="f02567aecbed924b" providerId="LiveId" clId="{E77B627B-1F43-41A9-9F24-D4BB31BF6050}" dt="2026-09-14T13:31:06.459" v="466" actId="20577"/>
          <ac:spMkLst>
            <pc:docMk/>
            <pc:sldMk cId="3112673019" sldId="382"/>
            <ac:spMk id="20" creationId="{8491DD87-E838-45AE-EEF8-1CF065EAF2D0}"/>
          </ac:spMkLst>
        </pc:spChg>
        <pc:grpChg chg="add mod">
          <ac:chgData name="Uwe Ricken" userId="f02567aecbed924b" providerId="LiveId" clId="{E77B627B-1F43-41A9-9F24-D4BB31BF6050}" dt="2026-09-14T13:31:22.499" v="474" actId="1037"/>
          <ac:grpSpMkLst>
            <pc:docMk/>
            <pc:sldMk cId="3112673019" sldId="382"/>
            <ac:grpSpMk id="11" creationId="{5B4B5249-27E4-0761-51B6-7CFF469C4BD1}"/>
          </ac:grpSpMkLst>
        </pc:grpChg>
        <pc:cxnChg chg="add mod">
          <ac:chgData name="Uwe Ricken" userId="f02567aecbed924b" providerId="LiveId" clId="{E77B627B-1F43-41A9-9F24-D4BB31BF6050}" dt="2026-09-14T13:31:19.699" v="467" actId="164"/>
          <ac:cxnSpMkLst>
            <pc:docMk/>
            <pc:sldMk cId="3112673019" sldId="382"/>
            <ac:cxnSpMk id="6" creationId="{8A8A07E1-412C-F81C-A085-A2768A91DE92}"/>
          </ac:cxnSpMkLst>
        </pc:cxnChg>
        <pc:cxnChg chg="add mod">
          <ac:chgData name="Uwe Ricken" userId="f02567aecbed924b" providerId="LiveId" clId="{E77B627B-1F43-41A9-9F24-D4BB31BF6050}" dt="2026-09-14T13:31:19.699" v="467" actId="164"/>
          <ac:cxnSpMkLst>
            <pc:docMk/>
            <pc:sldMk cId="3112673019" sldId="382"/>
            <ac:cxnSpMk id="7" creationId="{944204B1-6FAC-FBAD-626C-00B0D1328DF1}"/>
          </ac:cxnSpMkLst>
        </pc:cxnChg>
        <pc:cxnChg chg="add">
          <ac:chgData name="Uwe Ricken" userId="f02567aecbed924b" providerId="LiveId" clId="{E77B627B-1F43-41A9-9F24-D4BB31BF6050}" dt="2026-09-14T14:22:08.174" v="515" actId="11529"/>
          <ac:cxnSpMkLst>
            <pc:docMk/>
            <pc:sldMk cId="3112673019" sldId="382"/>
            <ac:cxnSpMk id="14" creationId="{1280FA6D-D711-45AF-5A6C-C5A4AD95BC88}"/>
          </ac:cxnSpMkLst>
        </pc:cxnChg>
      </pc:sldChg>
      <pc:sldChg chg="addSp delSp modSp mod">
        <pc:chgData name="Uwe Ricken" userId="f02567aecbed924b" providerId="LiveId" clId="{E77B627B-1F43-41A9-9F24-D4BB31BF6050}" dt="2026-09-15T14:45:32.368" v="946" actId="1076"/>
        <pc:sldMkLst>
          <pc:docMk/>
          <pc:sldMk cId="3040263305" sldId="400"/>
        </pc:sldMkLst>
        <pc:picChg chg="add mod ord">
          <ac:chgData name="Uwe Ricken" userId="f02567aecbed924b" providerId="LiveId" clId="{E77B627B-1F43-41A9-9F24-D4BB31BF6050}" dt="2026-09-15T14:45:32.368" v="946" actId="1076"/>
          <ac:picMkLst>
            <pc:docMk/>
            <pc:sldMk cId="3040263305" sldId="400"/>
            <ac:picMk id="3" creationId="{22A1BF32-1314-EED6-3563-302185D26966}"/>
          </ac:picMkLst>
        </pc:picChg>
      </pc:sldChg>
      <pc:sldChg chg="modSp add mod">
        <pc:chgData name="Uwe Ricken" userId="f02567aecbed924b" providerId="LiveId" clId="{E77B627B-1F43-41A9-9F24-D4BB31BF6050}" dt="2026-09-14T12:40:11.203" v="57" actId="14826"/>
        <pc:sldMkLst>
          <pc:docMk/>
          <pc:sldMk cId="103624972" sldId="423"/>
        </pc:sldMkLst>
        <pc:spChg chg="mod">
          <ac:chgData name="Uwe Ricken" userId="f02567aecbed924b" providerId="LiveId" clId="{E77B627B-1F43-41A9-9F24-D4BB31BF6050}" dt="2026-09-14T12:37:35.405" v="50" actId="20577"/>
          <ac:spMkLst>
            <pc:docMk/>
            <pc:sldMk cId="103624972" sldId="423"/>
            <ac:spMk id="5" creationId="{EAFBAEE6-1C06-A4DC-817F-EB456C458872}"/>
          </ac:spMkLst>
        </pc:spChg>
        <pc:spChg chg="mod">
          <ac:chgData name="Uwe Ricken" userId="f02567aecbed924b" providerId="LiveId" clId="{E77B627B-1F43-41A9-9F24-D4BB31BF6050}" dt="2026-09-14T12:39:49.581" v="56" actId="6549"/>
          <ac:spMkLst>
            <pc:docMk/>
            <pc:sldMk cId="103624972" sldId="423"/>
            <ac:spMk id="12" creationId="{030E739F-4D36-9988-A5D5-ED27689E99A6}"/>
          </ac:spMkLst>
        </pc:spChg>
        <pc:picChg chg="mod">
          <ac:chgData name="Uwe Ricken" userId="f02567aecbed924b" providerId="LiveId" clId="{E77B627B-1F43-41A9-9F24-D4BB31BF6050}" dt="2026-09-14T12:40:11.203" v="57" actId="14826"/>
          <ac:picMkLst>
            <pc:docMk/>
            <pc:sldMk cId="103624972" sldId="423"/>
            <ac:picMk id="7" creationId="{33FA4640-BA19-235A-185B-0650C5C7D5B5}"/>
          </ac:picMkLst>
        </pc:picChg>
      </pc:sldChg>
      <pc:sldChg chg="addSp delSp modSp new mod modClrScheme chgLayout">
        <pc:chgData name="Uwe Ricken" userId="f02567aecbed924b" providerId="LiveId" clId="{E77B627B-1F43-41A9-9F24-D4BB31BF6050}" dt="2026-09-15T13:59:54.642" v="540" actId="20577"/>
        <pc:sldMkLst>
          <pc:docMk/>
          <pc:sldMk cId="1272782382" sldId="424"/>
        </pc:sldMkLst>
        <pc:spChg chg="mod ord">
          <ac:chgData name="Uwe Ricken" userId="f02567aecbed924b" providerId="LiveId" clId="{E77B627B-1F43-41A9-9F24-D4BB31BF6050}" dt="2026-09-14T13:01:43.744" v="84" actId="700"/>
          <ac:spMkLst>
            <pc:docMk/>
            <pc:sldMk cId="1272782382" sldId="424"/>
            <ac:spMk id="2" creationId="{17438D0D-9C79-6EE7-E669-9D9F340409B1}"/>
          </ac:spMkLst>
        </pc:spChg>
        <pc:spChg chg="add mod ord">
          <ac:chgData name="Uwe Ricken" userId="f02567aecbed924b" providerId="LiveId" clId="{E77B627B-1F43-41A9-9F24-D4BB31BF6050}" dt="2026-09-15T13:59:54.642" v="540" actId="20577"/>
          <ac:spMkLst>
            <pc:docMk/>
            <pc:sldMk cId="1272782382" sldId="424"/>
            <ac:spMk id="6" creationId="{E90116C8-6417-2767-ED84-E8D52BE6036B}"/>
          </ac:spMkLst>
        </pc:spChg>
        <pc:spChg chg="add mod ord">
          <ac:chgData name="Uwe Ricken" userId="f02567aecbed924b" providerId="LiveId" clId="{E77B627B-1F43-41A9-9F24-D4BB31BF6050}" dt="2026-09-14T13:03:38.452" v="130" actId="20577"/>
          <ac:spMkLst>
            <pc:docMk/>
            <pc:sldMk cId="1272782382" sldId="424"/>
            <ac:spMk id="7" creationId="{1DEA814D-398B-9F9D-9A0A-69D3134EE0D8}"/>
          </ac:spMkLst>
        </pc:spChg>
      </pc:sldChg>
      <pc:sldChg chg="modSp add mod">
        <pc:chgData name="Uwe Ricken" userId="f02567aecbed924b" providerId="LiveId" clId="{E77B627B-1F43-41A9-9F24-D4BB31BF6050}" dt="2026-09-15T14:00:33.927" v="543" actId="20577"/>
        <pc:sldMkLst>
          <pc:docMk/>
          <pc:sldMk cId="4226829111" sldId="425"/>
        </pc:sldMkLst>
        <pc:spChg chg="mod">
          <ac:chgData name="Uwe Ricken" userId="f02567aecbed924b" providerId="LiveId" clId="{E77B627B-1F43-41A9-9F24-D4BB31BF6050}" dt="2026-09-15T14:00:33.927" v="543" actId="20577"/>
          <ac:spMkLst>
            <pc:docMk/>
            <pc:sldMk cId="4226829111" sldId="425"/>
            <ac:spMk id="6" creationId="{3FC5393B-0B20-137C-2D8D-F9FF61B6F6C5}"/>
          </ac:spMkLst>
        </pc:spChg>
        <pc:spChg chg="mod">
          <ac:chgData name="Uwe Ricken" userId="f02567aecbed924b" providerId="LiveId" clId="{E77B627B-1F43-41A9-9F24-D4BB31BF6050}" dt="2026-09-14T13:05:10.529" v="151" actId="20577"/>
          <ac:spMkLst>
            <pc:docMk/>
            <pc:sldMk cId="4226829111" sldId="425"/>
            <ac:spMk id="7" creationId="{81F78937-D347-00DF-0289-47D2DEBE1EBA}"/>
          </ac:spMkLst>
        </pc:spChg>
      </pc:sldChg>
      <pc:sldChg chg="addSp modSp add mod">
        <pc:chgData name="Uwe Ricken" userId="f02567aecbed924b" providerId="LiveId" clId="{E77B627B-1F43-41A9-9F24-D4BB31BF6050}" dt="2026-09-15T14:02:10.173" v="544" actId="20577"/>
        <pc:sldMkLst>
          <pc:docMk/>
          <pc:sldMk cId="2294096170" sldId="426"/>
        </pc:sldMkLst>
        <pc:spChg chg="add mod">
          <ac:chgData name="Uwe Ricken" userId="f02567aecbed924b" providerId="LiveId" clId="{E77B627B-1F43-41A9-9F24-D4BB31BF6050}" dt="2026-09-14T13:11:55.804" v="287" actId="113"/>
          <ac:spMkLst>
            <pc:docMk/>
            <pc:sldMk cId="2294096170" sldId="426"/>
            <ac:spMk id="3" creationId="{B408E54F-362C-B5D6-F246-84F188FD5C6C}"/>
          </ac:spMkLst>
        </pc:spChg>
        <pc:spChg chg="mod">
          <ac:chgData name="Uwe Ricken" userId="f02567aecbed924b" providerId="LiveId" clId="{E77B627B-1F43-41A9-9F24-D4BB31BF6050}" dt="2026-09-14T13:06:19.689" v="164" actId="20577"/>
          <ac:spMkLst>
            <pc:docMk/>
            <pc:sldMk cId="2294096170" sldId="426"/>
            <ac:spMk id="6" creationId="{F48C5367-775F-3EAD-3552-7C88B369C934}"/>
          </ac:spMkLst>
        </pc:spChg>
        <pc:spChg chg="mod">
          <ac:chgData name="Uwe Ricken" userId="f02567aecbed924b" providerId="LiveId" clId="{E77B627B-1F43-41A9-9F24-D4BB31BF6050}" dt="2026-09-15T14:02:10.173" v="544" actId="20577"/>
          <ac:spMkLst>
            <pc:docMk/>
            <pc:sldMk cId="2294096170" sldId="426"/>
            <ac:spMk id="7" creationId="{2878303F-B7AA-97FE-D867-8BBEE9BBACCA}"/>
          </ac:spMkLst>
        </pc:spChg>
      </pc:sldChg>
      <pc:sldChg chg="modSp add mod">
        <pc:chgData name="Uwe Ricken" userId="f02567aecbed924b" providerId="LiveId" clId="{E77B627B-1F43-41A9-9F24-D4BB31BF6050}" dt="2026-09-14T13:07:30.617" v="174" actId="20577"/>
        <pc:sldMkLst>
          <pc:docMk/>
          <pc:sldMk cId="1553118162" sldId="427"/>
        </pc:sldMkLst>
        <pc:spChg chg="mod">
          <ac:chgData name="Uwe Ricken" userId="f02567aecbed924b" providerId="LiveId" clId="{E77B627B-1F43-41A9-9F24-D4BB31BF6050}" dt="2026-09-14T13:07:13.813" v="169" actId="15"/>
          <ac:spMkLst>
            <pc:docMk/>
            <pc:sldMk cId="1553118162" sldId="427"/>
            <ac:spMk id="6" creationId="{057A8E26-DC8A-D17F-08D9-2E9F1E611F0F}"/>
          </ac:spMkLst>
        </pc:spChg>
        <pc:spChg chg="mod">
          <ac:chgData name="Uwe Ricken" userId="f02567aecbed924b" providerId="LiveId" clId="{E77B627B-1F43-41A9-9F24-D4BB31BF6050}" dt="2026-09-14T13:07:30.617" v="174" actId="20577"/>
          <ac:spMkLst>
            <pc:docMk/>
            <pc:sldMk cId="1553118162" sldId="427"/>
            <ac:spMk id="7" creationId="{3B121AA5-D08B-5F69-87C2-C2C00DDD6CAD}"/>
          </ac:spMkLst>
        </pc:spChg>
      </pc:sldChg>
      <pc:sldChg chg="addSp delSp modSp new mod modClrScheme chgLayout">
        <pc:chgData name="Uwe Ricken" userId="f02567aecbed924b" providerId="LiveId" clId="{E77B627B-1F43-41A9-9F24-D4BB31BF6050}" dt="2026-09-15T14:15:04.525" v="944" actId="14100"/>
        <pc:sldMkLst>
          <pc:docMk/>
          <pc:sldMk cId="2818509600" sldId="428"/>
        </pc:sldMkLst>
        <pc:spChg chg="add mod ord">
          <ac:chgData name="Uwe Ricken" userId="f02567aecbed924b" providerId="LiveId" clId="{E77B627B-1F43-41A9-9F24-D4BB31BF6050}" dt="2026-09-15T14:07:06.732" v="567" actId="20577"/>
          <ac:spMkLst>
            <pc:docMk/>
            <pc:sldMk cId="2818509600" sldId="428"/>
            <ac:spMk id="5" creationId="{29217687-7390-11E1-A8DC-CA5D608539EE}"/>
          </ac:spMkLst>
        </pc:spChg>
        <pc:spChg chg="add mod">
          <ac:chgData name="Uwe Ricken" userId="f02567aecbed924b" providerId="LiveId" clId="{E77B627B-1F43-41A9-9F24-D4BB31BF6050}" dt="2026-09-15T14:15:04.525" v="944" actId="14100"/>
          <ac:spMkLst>
            <pc:docMk/>
            <pc:sldMk cId="2818509600" sldId="428"/>
            <ac:spMk id="7" creationId="{0E934833-5626-13D9-D885-0995BF080979}"/>
          </ac:spMkLst>
        </pc:spChg>
        <pc:graphicFrameChg chg="add mod modGraphic">
          <ac:chgData name="Uwe Ricken" userId="f02567aecbed924b" providerId="LiveId" clId="{E77B627B-1F43-41A9-9F24-D4BB31BF6050}" dt="2026-09-15T14:13:11.812" v="933" actId="20577"/>
          <ac:graphicFrameMkLst>
            <pc:docMk/>
            <pc:sldMk cId="2818509600" sldId="428"/>
            <ac:graphicFrameMk id="6" creationId="{6405437B-266E-5412-49C8-E40A37BE619C}"/>
          </ac:graphicFrameMkLst>
        </pc:graphicFrameChg>
      </pc:sldChg>
      <pc:sldChg chg="addSp modSp new mod modClrScheme chgLayout">
        <pc:chgData name="Uwe Ricken" userId="f02567aecbed924b" providerId="LiveId" clId="{E77B627B-1F43-41A9-9F24-D4BB31BF6050}" dt="2026-09-15T14:47:34.159" v="1291" actId="20577"/>
        <pc:sldMkLst>
          <pc:docMk/>
          <pc:sldMk cId="3323798890" sldId="429"/>
        </pc:sldMkLst>
        <pc:spChg chg="mod ord">
          <ac:chgData name="Uwe Ricken" userId="f02567aecbed924b" providerId="LiveId" clId="{E77B627B-1F43-41A9-9F24-D4BB31BF6050}" dt="2026-09-15T14:46:01.710" v="970" actId="700"/>
          <ac:spMkLst>
            <pc:docMk/>
            <pc:sldMk cId="3323798890" sldId="429"/>
            <ac:spMk id="2" creationId="{3D1202D7-8037-8902-E1B3-9B672CDEBDA7}"/>
          </ac:spMkLst>
        </pc:spChg>
        <pc:spChg chg="add mod ord">
          <ac:chgData name="Uwe Ricken" userId="f02567aecbed924b" providerId="LiveId" clId="{E77B627B-1F43-41A9-9F24-D4BB31BF6050}" dt="2026-09-15T14:47:34.159" v="1291" actId="20577"/>
          <ac:spMkLst>
            <pc:docMk/>
            <pc:sldMk cId="3323798890" sldId="429"/>
            <ac:spMk id="3" creationId="{B8EBFA84-15BA-8F85-7C03-EE5CFBD066F3}"/>
          </ac:spMkLst>
        </pc:spChg>
      </pc:sldChg>
      <pc:sldChg chg="addSp delSp modSp new mod modClrScheme addAnim delAnim modAnim chgLayout">
        <pc:chgData name="Uwe Ricken" userId="f02567aecbed924b" providerId="LiveId" clId="{E77B627B-1F43-41A9-9F24-D4BB31BF6050}" dt="2026-09-15T15:03:20.345" v="1376"/>
        <pc:sldMkLst>
          <pc:docMk/>
          <pc:sldMk cId="3753572031" sldId="430"/>
        </pc:sldMkLst>
        <pc:spChg chg="mod ord">
          <ac:chgData name="Uwe Ricken" userId="f02567aecbed924b" providerId="LiveId" clId="{E77B627B-1F43-41A9-9F24-D4BB31BF6050}" dt="2026-09-15T14:47:59.847" v="1311" actId="700"/>
          <ac:spMkLst>
            <pc:docMk/>
            <pc:sldMk cId="3753572031" sldId="430"/>
            <ac:spMk id="2" creationId="{B2BBCA1F-C3C5-831B-0A59-4A0DEDDC1DD0}"/>
          </ac:spMkLst>
        </pc:spChg>
        <pc:spChg chg="add mod">
          <ac:chgData name="Uwe Ricken" userId="f02567aecbed924b" providerId="LiveId" clId="{E77B627B-1F43-41A9-9F24-D4BB31BF6050}" dt="2026-09-15T15:01:28.772" v="1367" actId="962"/>
          <ac:spMkLst>
            <pc:docMk/>
            <pc:sldMk cId="3753572031" sldId="430"/>
            <ac:spMk id="4" creationId="{4FFA3CA1-DC9F-69AB-3A0F-7F0614AC9B69}"/>
          </ac:spMkLst>
        </pc:spChg>
        <pc:spChg chg="add mod">
          <ac:chgData name="Uwe Ricken" userId="f02567aecbed924b" providerId="LiveId" clId="{E77B627B-1F43-41A9-9F24-D4BB31BF6050}" dt="2026-09-15T15:01:37.488" v="1368" actId="962"/>
          <ac:spMkLst>
            <pc:docMk/>
            <pc:sldMk cId="3753572031" sldId="430"/>
            <ac:spMk id="5" creationId="{7E91743F-6730-EB2B-06C6-3E5F8BE54AE0}"/>
          </ac:spMkLst>
        </pc:spChg>
        <pc:spChg chg="add mod">
          <ac:chgData name="Uwe Ricken" userId="f02567aecbed924b" providerId="LiveId" clId="{E77B627B-1F43-41A9-9F24-D4BB31BF6050}" dt="2026-09-15T15:02:07.736" v="1371" actId="962"/>
          <ac:spMkLst>
            <pc:docMk/>
            <pc:sldMk cId="3753572031" sldId="430"/>
            <ac:spMk id="9" creationId="{C19EBA5D-9A96-035A-50D9-D98530A04542}"/>
          </ac:spMkLst>
        </pc:spChg>
        <pc:spChg chg="add mod">
          <ac:chgData name="Uwe Ricken" userId="f02567aecbed924b" providerId="LiveId" clId="{E77B627B-1F43-41A9-9F24-D4BB31BF6050}" dt="2026-09-15T15:02:27.686" v="1373" actId="962"/>
          <ac:spMkLst>
            <pc:docMk/>
            <pc:sldMk cId="3753572031" sldId="430"/>
            <ac:spMk id="10" creationId="{1D122A88-C114-0A0A-1EFE-B2DB7C30EFA7}"/>
          </ac:spMkLst>
        </pc:spChg>
        <pc:cxnChg chg="add mod">
          <ac:chgData name="Uwe Ricken" userId="f02567aecbed924b" providerId="LiveId" clId="{E77B627B-1F43-41A9-9F24-D4BB31BF6050}" dt="2026-09-15T15:01:49.719" v="1369" actId="962"/>
          <ac:cxnSpMkLst>
            <pc:docMk/>
            <pc:sldMk cId="3753572031" sldId="430"/>
            <ac:cxnSpMk id="6" creationId="{2EBB0379-0A28-87D9-59D5-47126B313AC9}"/>
          </ac:cxnSpMkLst>
        </pc:cxnChg>
        <pc:cxnChg chg="add mod">
          <ac:chgData name="Uwe Ricken" userId="f02567aecbed924b" providerId="LiveId" clId="{E77B627B-1F43-41A9-9F24-D4BB31BF6050}" dt="2026-09-15T15:02:00.472" v="1370" actId="962"/>
          <ac:cxnSpMkLst>
            <pc:docMk/>
            <pc:sldMk cId="3753572031" sldId="430"/>
            <ac:cxnSpMk id="12" creationId="{0FECD8CC-FD20-8CEC-77EE-8027495ACE96}"/>
          </ac:cxnSpMkLst>
        </pc:cxnChg>
        <pc:cxnChg chg="add mod">
          <ac:chgData name="Uwe Ricken" userId="f02567aecbed924b" providerId="LiveId" clId="{E77B627B-1F43-41A9-9F24-D4BB31BF6050}" dt="2026-09-15T15:02:19.897" v="1372" actId="962"/>
          <ac:cxnSpMkLst>
            <pc:docMk/>
            <pc:sldMk cId="3753572031" sldId="430"/>
            <ac:cxnSpMk id="13" creationId="{CE22E6C8-13BA-B60E-6569-4E4C9E669163}"/>
          </ac:cxnSpMkLst>
        </pc:cxnChg>
      </pc:sldChg>
      <pc:sldMasterChg chg="addSp modSp mod">
        <pc:chgData name="Uwe Ricken" userId="f02567aecbed924b" providerId="LiveId" clId="{E77B627B-1F43-41A9-9F24-D4BB31BF6050}" dt="2026-10-07T14:04:11.174" v="1383" actId="1076"/>
        <pc:sldMasterMkLst>
          <pc:docMk/>
          <pc:sldMasterMk cId="3096280651" sldId="2147483712"/>
        </pc:sldMasterMkLst>
        <pc:picChg chg="add mod">
          <ac:chgData name="Uwe Ricken" userId="f02567aecbed924b" providerId="LiveId" clId="{E77B627B-1F43-41A9-9F24-D4BB31BF6050}" dt="2026-10-07T14:04:11.174" v="1383" actId="1076"/>
          <ac:picMkLst>
            <pc:docMk/>
            <pc:sldMasterMk cId="3096280651" sldId="2147483712"/>
            <ac:picMk id="9" creationId="{CF3BD9D6-72B9-E767-C777-A39BE3E3CC61}"/>
          </ac:picMkLst>
        </pc:picChg>
      </pc:sldMasterChg>
    </pc:docChg>
  </pc:docChgLst>
  <pc:docChgLst>
    <pc:chgData name="Uwe Ricken" userId="f02567aecbed924b" providerId="LiveId" clId="{ADCDFE78-46AB-4DFC-8723-F56C4DA88176}"/>
    <pc:docChg chg="custSel delSld modSld">
      <pc:chgData name="Uwe Ricken" userId="f02567aecbed924b" providerId="LiveId" clId="{ADCDFE78-46AB-4DFC-8723-F56C4DA88176}" dt="2026-09-10T12:07:51.137" v="223" actId="47"/>
      <pc:docMkLst>
        <pc:docMk/>
      </pc:docMkLst>
      <pc:sldChg chg="modSp mod">
        <pc:chgData name="Uwe Ricken" userId="f02567aecbed924b" providerId="LiveId" clId="{ADCDFE78-46AB-4DFC-8723-F56C4DA88176}" dt="2026-09-10T10:21:10.242" v="85" actId="20577"/>
        <pc:sldMkLst>
          <pc:docMk/>
          <pc:sldMk cId="1614993614" sldId="256"/>
        </pc:sldMkLst>
        <pc:spChg chg="mod">
          <ac:chgData name="Uwe Ricken" userId="f02567aecbed924b" providerId="LiveId" clId="{ADCDFE78-46AB-4DFC-8723-F56C4DA88176}" dt="2026-09-10T10:20:42.973" v="26" actId="20577"/>
          <ac:spMkLst>
            <pc:docMk/>
            <pc:sldMk cId="1614993614" sldId="256"/>
            <ac:spMk id="2" creationId="{00000000-0000-0000-0000-000000000000}"/>
          </ac:spMkLst>
        </pc:spChg>
        <pc:spChg chg="mod">
          <ac:chgData name="Uwe Ricken" userId="f02567aecbed924b" providerId="LiveId" clId="{ADCDFE78-46AB-4DFC-8723-F56C4DA88176}" dt="2026-09-10T10:21:10.242" v="85" actId="20577"/>
          <ac:spMkLst>
            <pc:docMk/>
            <pc:sldMk cId="1614993614" sldId="256"/>
            <ac:spMk id="3" creationId="{00000000-0000-0000-0000-000000000000}"/>
          </ac:spMkLst>
        </pc:spChg>
      </pc:sldChg>
      <pc:sldChg chg="addSp delSp modSp mod modClrScheme delAnim chgLayout">
        <pc:chgData name="Uwe Ricken" userId="f02567aecbed924b" providerId="LiveId" clId="{ADCDFE78-46AB-4DFC-8723-F56C4DA88176}" dt="2026-09-10T10:34:38.584" v="127" actId="20577"/>
        <pc:sldMkLst>
          <pc:docMk/>
          <pc:sldMk cId="3206109905" sldId="297"/>
        </pc:sldMkLst>
        <pc:spChg chg="add mod ord">
          <ac:chgData name="Uwe Ricken" userId="f02567aecbed924b" providerId="LiveId" clId="{ADCDFE78-46AB-4DFC-8723-F56C4DA88176}" dt="2026-09-10T10:34:13.740" v="114" actId="700"/>
          <ac:spMkLst>
            <pc:docMk/>
            <pc:sldMk cId="3206109905" sldId="297"/>
            <ac:spMk id="16" creationId="{BB56176D-F2E1-1AA8-6E94-CA1F878CAF99}"/>
          </ac:spMkLst>
        </pc:spChg>
        <pc:spChg chg="add mod ord">
          <ac:chgData name="Uwe Ricken" userId="f02567aecbed924b" providerId="LiveId" clId="{ADCDFE78-46AB-4DFC-8723-F56C4DA88176}" dt="2026-09-10T10:34:38.584" v="127" actId="20577"/>
          <ac:spMkLst>
            <pc:docMk/>
            <pc:sldMk cId="3206109905" sldId="297"/>
            <ac:spMk id="19" creationId="{A7CC8651-ABE9-1E86-7F9E-5178C18F5AAA}"/>
          </ac:spMkLst>
        </pc:spChg>
      </pc:sldChg>
      <pc:sldChg chg="modSp mod">
        <pc:chgData name="Uwe Ricken" userId="f02567aecbed924b" providerId="LiveId" clId="{ADCDFE78-46AB-4DFC-8723-F56C4DA88176}" dt="2026-09-10T10:21:20.292" v="88" actId="20577"/>
        <pc:sldMkLst>
          <pc:docMk/>
          <pc:sldMk cId="1252969730" sldId="315"/>
        </pc:sldMkLst>
        <pc:spChg chg="mod">
          <ac:chgData name="Uwe Ricken" userId="f02567aecbed924b" providerId="LiveId" clId="{ADCDFE78-46AB-4DFC-8723-F56C4DA88176}" dt="2026-09-10T10:21:20.292" v="88" actId="20577"/>
          <ac:spMkLst>
            <pc:docMk/>
            <pc:sldMk cId="1252969730" sldId="315"/>
            <ac:spMk id="3" creationId="{32727BD7-7924-41DC-BF8D-0990B5F36E59}"/>
          </ac:spMkLst>
        </pc:spChg>
      </pc:sldChg>
      <pc:sldChg chg="modSp mod">
        <pc:chgData name="Uwe Ricken" userId="f02567aecbed924b" providerId="LiveId" clId="{ADCDFE78-46AB-4DFC-8723-F56C4DA88176}" dt="2026-09-10T10:33:00.909" v="108"/>
        <pc:sldMkLst>
          <pc:docMk/>
          <pc:sldMk cId="4195874464" sldId="327"/>
        </pc:sldMkLst>
        <pc:spChg chg="mod">
          <ac:chgData name="Uwe Ricken" userId="f02567aecbed924b" providerId="LiveId" clId="{ADCDFE78-46AB-4DFC-8723-F56C4DA88176}" dt="2026-09-10T10:33:00.909" v="108"/>
          <ac:spMkLst>
            <pc:docMk/>
            <pc:sldMk cId="4195874464" sldId="327"/>
            <ac:spMk id="6" creationId="{F584846F-DF71-4A64-98B4-A74662F8894B}"/>
          </ac:spMkLst>
        </pc:spChg>
      </pc:sldChg>
      <pc:sldChg chg="addSp delSp modSp mod modClrScheme chgLayout">
        <pc:chgData name="Uwe Ricken" userId="f02567aecbed924b" providerId="LiveId" clId="{ADCDFE78-46AB-4DFC-8723-F56C4DA88176}" dt="2026-09-10T10:35:44.786" v="141" actId="20577"/>
        <pc:sldMkLst>
          <pc:docMk/>
          <pc:sldMk cId="3407639126" sldId="328"/>
        </pc:sldMkLst>
        <pc:spChg chg="add mod ord">
          <ac:chgData name="Uwe Ricken" userId="f02567aecbed924b" providerId="LiveId" clId="{ADCDFE78-46AB-4DFC-8723-F56C4DA88176}" dt="2026-09-10T10:35:10.548" v="131" actId="20577"/>
          <ac:spMkLst>
            <pc:docMk/>
            <pc:sldMk cId="3407639126" sldId="328"/>
            <ac:spMk id="8" creationId="{8355F3DA-ACE8-1FC7-B182-BD77127C8525}"/>
          </ac:spMkLst>
        </pc:spChg>
        <pc:spChg chg="add mod ord">
          <ac:chgData name="Uwe Ricken" userId="f02567aecbed924b" providerId="LiveId" clId="{ADCDFE78-46AB-4DFC-8723-F56C4DA88176}" dt="2026-09-10T10:35:44.786" v="141" actId="20577"/>
          <ac:spMkLst>
            <pc:docMk/>
            <pc:sldMk cId="3407639126" sldId="328"/>
            <ac:spMk id="9" creationId="{955FB2A3-51D3-9577-EF50-3BBC8E6328C3}"/>
          </ac:spMkLst>
        </pc:spChg>
        <pc:spChg chg="add mod ord">
          <ac:chgData name="Uwe Ricken" userId="f02567aecbed924b" providerId="LiveId" clId="{ADCDFE78-46AB-4DFC-8723-F56C4DA88176}" dt="2026-09-10T10:35:00.297" v="129" actId="700"/>
          <ac:spMkLst>
            <pc:docMk/>
            <pc:sldMk cId="3407639126" sldId="328"/>
            <ac:spMk id="10" creationId="{C28C79E6-6108-4BB9-4134-1E74B8EE3D72}"/>
          </ac:spMkLst>
        </pc:spChg>
      </pc:sldChg>
      <pc:sldChg chg="addSp delSp modSp mod modClrScheme delAnim chgLayout">
        <pc:chgData name="Uwe Ricken" userId="f02567aecbed924b" providerId="LiveId" clId="{ADCDFE78-46AB-4DFC-8723-F56C4DA88176}" dt="2026-09-10T10:36:47.279" v="150" actId="20577"/>
        <pc:sldMkLst>
          <pc:docMk/>
          <pc:sldMk cId="3112673019" sldId="382"/>
        </pc:sldMkLst>
        <pc:spChg chg="add mod ord">
          <ac:chgData name="Uwe Ricken" userId="f02567aecbed924b" providerId="LiveId" clId="{ADCDFE78-46AB-4DFC-8723-F56C4DA88176}" dt="2026-09-10T10:36:24.905" v="144"/>
          <ac:spMkLst>
            <pc:docMk/>
            <pc:sldMk cId="3112673019" sldId="382"/>
            <ac:spMk id="16" creationId="{FEEA8BF1-3ACE-43E1-B5F1-176B86A423B7}"/>
          </ac:spMkLst>
        </pc:spChg>
        <pc:spChg chg="add mod ord">
          <ac:chgData name="Uwe Ricken" userId="f02567aecbed924b" providerId="LiveId" clId="{ADCDFE78-46AB-4DFC-8723-F56C4DA88176}" dt="2026-09-10T10:36:47.279" v="150" actId="20577"/>
          <ac:spMkLst>
            <pc:docMk/>
            <pc:sldMk cId="3112673019" sldId="382"/>
            <ac:spMk id="20" creationId="{8491DD87-E838-45AE-EEF8-1CF065EAF2D0}"/>
          </ac:spMkLst>
        </pc:spChg>
      </pc:sldChg>
      <pc:sldChg chg="addSp delSp modSp mod modClrScheme chgLayout">
        <pc:chgData name="Uwe Ricken" userId="f02567aecbed924b" providerId="LiveId" clId="{ADCDFE78-46AB-4DFC-8723-F56C4DA88176}" dt="2026-09-10T10:37:37.203" v="157" actId="20577"/>
        <pc:sldMkLst>
          <pc:docMk/>
          <pc:sldMk cId="3040263305" sldId="400"/>
        </pc:sldMkLst>
        <pc:spChg chg="add mod ord">
          <ac:chgData name="Uwe Ricken" userId="f02567aecbed924b" providerId="LiveId" clId="{ADCDFE78-46AB-4DFC-8723-F56C4DA88176}" dt="2026-09-10T10:37:15.106" v="153"/>
          <ac:spMkLst>
            <pc:docMk/>
            <pc:sldMk cId="3040263305" sldId="400"/>
            <ac:spMk id="8" creationId="{06D87798-4AF9-9BF4-EA22-DB4BE7268ACE}"/>
          </ac:spMkLst>
        </pc:spChg>
        <pc:spChg chg="add mod ord">
          <ac:chgData name="Uwe Ricken" userId="f02567aecbed924b" providerId="LiveId" clId="{ADCDFE78-46AB-4DFC-8723-F56C4DA88176}" dt="2026-09-10T10:37:37.203" v="157" actId="20577"/>
          <ac:spMkLst>
            <pc:docMk/>
            <pc:sldMk cId="3040263305" sldId="400"/>
            <ac:spMk id="9" creationId="{B0CE12EE-4611-C1FE-3F89-5BDB3BFC5181}"/>
          </ac:spMkLst>
        </pc:spChg>
      </pc:sldChg>
      <pc:sldChg chg="addSp delSp modSp mod">
        <pc:chgData name="Uwe Ricken" userId="f02567aecbed924b" providerId="LiveId" clId="{ADCDFE78-46AB-4DFC-8723-F56C4DA88176}" dt="2026-09-10T12:07:34.983" v="222" actId="478"/>
        <pc:sldMkLst>
          <pc:docMk/>
          <pc:sldMk cId="1721280694" sldId="408"/>
        </pc:sldMkLst>
        <pc:spChg chg="add mod">
          <ac:chgData name="Uwe Ricken" userId="f02567aecbed924b" providerId="LiveId" clId="{ADCDFE78-46AB-4DFC-8723-F56C4DA88176}" dt="2026-09-10T12:07:34.983" v="222" actId="478"/>
          <ac:spMkLst>
            <pc:docMk/>
            <pc:sldMk cId="1721280694" sldId="408"/>
            <ac:spMk id="4" creationId="{FADDB432-3E4A-5BE3-8C55-3BFE6AB19E10}"/>
          </ac:spMkLst>
        </pc:spChg>
      </pc:sldChg>
      <pc:sldMasterChg chg="delSldLayout">
        <pc:chgData name="Uwe Ricken" userId="f02567aecbed924b" providerId="LiveId" clId="{ADCDFE78-46AB-4DFC-8723-F56C4DA88176}" dt="2026-09-10T12:07:51.137" v="223" actId="47"/>
        <pc:sldMasterMkLst>
          <pc:docMk/>
          <pc:sldMasterMk cId="3096280651" sldId="2147483712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7229D602-B047-4652-A1DD-04AA0BB7B6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1E9372-52AD-433E-88BE-A16424BEF3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F6230-2838-4043-9CA3-A2A874F24C87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004090-3791-4BEA-9EA3-93CC426D4A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5025AE-CF47-450F-B43F-A6ECAAA920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9D05B-FF27-4E21-B403-ACFC48B5A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9650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73415-10F7-418B-9CE5-4D962F0C15FB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3E00D-603F-4318-A48C-2AD6684A6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68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25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000 - Basics about relations indexes partitions allocation </a:t>
            </a:r>
            <a:r>
              <a:rPr lang="fr-FR" dirty="0" err="1"/>
              <a:t>units</a:t>
            </a:r>
            <a:r>
              <a:rPr lang="fr-FR" dirty="0"/>
              <a:t> pages </a:t>
            </a:r>
            <a:r>
              <a:rPr lang="fr-FR" dirty="0" err="1"/>
              <a:t>etc.sql</a:t>
            </a:r>
            <a:endParaRPr lang="fr-FR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344A-B714-4F18-AE6B-1553157C32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50108-A838-6D7B-5903-63A05D56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AC786E-E564-C408-7089-505E6AEF6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0FF9AA4-E097-0545-E034-5F088B39F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9B9CC9-B6FF-4652-2D7A-97B9538743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267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4245" y="1665289"/>
            <a:ext cx="11510683" cy="1763712"/>
          </a:xfrm>
        </p:spPr>
        <p:txBody>
          <a:bodyPr anchor="b">
            <a:normAutofit/>
          </a:bodyPr>
          <a:lstStyle>
            <a:lvl1pPr algn="ctr"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4245" y="3602044"/>
            <a:ext cx="11510683" cy="20119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3" indent="0" algn="ctr">
              <a:buNone/>
              <a:defRPr sz="2000"/>
            </a:lvl2pPr>
            <a:lvl3pPr marL="914286" indent="0" algn="ctr">
              <a:buNone/>
              <a:defRPr sz="1867"/>
            </a:lvl3pPr>
            <a:lvl4pPr marL="1371430" indent="0" algn="ctr">
              <a:buNone/>
              <a:defRPr sz="1600"/>
            </a:lvl4pPr>
            <a:lvl5pPr marL="1828573" indent="0" algn="ctr">
              <a:buNone/>
              <a:defRPr sz="1600"/>
            </a:lvl5pPr>
            <a:lvl6pPr marL="2285718" indent="0" algn="ctr">
              <a:buNone/>
              <a:defRPr sz="1600"/>
            </a:lvl6pPr>
            <a:lvl7pPr marL="2742858" indent="0" algn="ctr">
              <a:buNone/>
              <a:defRPr sz="1600"/>
            </a:lvl7pPr>
            <a:lvl8pPr marL="3200000" indent="0" algn="ctr">
              <a:buNone/>
              <a:defRPr sz="1600"/>
            </a:lvl8pPr>
            <a:lvl9pPr marL="3657143" indent="0" algn="ctr">
              <a:buNone/>
              <a:defRPr sz="1600"/>
            </a:lvl9pPr>
          </a:lstStyle>
          <a:p>
            <a:r>
              <a:rPr lang="de-DE" noProof="0"/>
              <a:t>Master-Untertitelformat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5714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5" orient="horz" pos="232" userDrawn="1">
          <p15:clr>
            <a:srgbClr val="FBAE40"/>
          </p15:clr>
        </p15:guide>
        <p15:guide id="6" orient="horz" pos="2160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5" y="1665288"/>
            <a:ext cx="11522075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9774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0093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6" y="441326"/>
            <a:ext cx="8640761" cy="111601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971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b Berater - Coding Ex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8066" y="1678742"/>
            <a:ext cx="6488975" cy="455854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Lucida Console" panose="020B0609040504020204" pitchFamily="49" charset="0"/>
              </a:defRPr>
            </a:lvl1pPr>
            <a:lvl2pPr marL="457155" indent="0">
              <a:buNone/>
              <a:defRPr sz="1600">
                <a:latin typeface="Lucida Console" panose="020B0609040504020204" pitchFamily="49" charset="0"/>
              </a:defRPr>
            </a:lvl2pPr>
            <a:lvl3pPr marL="914308" indent="0">
              <a:buNone/>
              <a:defRPr sz="1600">
                <a:latin typeface="Lucida Console" panose="020B0609040504020204" pitchFamily="49" charset="0"/>
              </a:defRPr>
            </a:lvl3pPr>
            <a:lvl4pPr marL="1371462" indent="0">
              <a:buNone/>
              <a:defRPr sz="1600">
                <a:latin typeface="Lucida Console" panose="020B0609040504020204" pitchFamily="49" charset="0"/>
              </a:defRPr>
            </a:lvl4pPr>
            <a:lvl5pPr marL="1828618" indent="0">
              <a:buNone/>
              <a:defRPr sz="1600">
                <a:latin typeface="Lucida Console" panose="020B0609040504020204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>
            <a:lvl1pPr marL="228589" indent="-228589">
              <a:buFont typeface="Arial" panose="020B0604020202020204" pitchFamily="34" charset="0"/>
              <a:buChar char="•"/>
              <a:defRPr sz="1600"/>
            </a:lvl1pPr>
            <a:lvl2pPr marL="457143" indent="0">
              <a:buNone/>
              <a:defRPr sz="1467"/>
            </a:lvl2pPr>
            <a:lvl3pPr marL="914286" indent="0">
              <a:buNone/>
              <a:defRPr sz="1200"/>
            </a:lvl3pPr>
            <a:lvl4pPr marL="1371430" indent="0">
              <a:buNone/>
              <a:defRPr sz="1067"/>
            </a:lvl4pPr>
            <a:lvl5pPr marL="1828573" indent="0">
              <a:buNone/>
              <a:defRPr sz="1067"/>
            </a:lvl5pPr>
            <a:lvl6pPr marL="2285718" indent="0">
              <a:buNone/>
              <a:defRPr sz="1067"/>
            </a:lvl6pPr>
            <a:lvl7pPr marL="2742858" indent="0">
              <a:buNone/>
              <a:defRPr sz="1067"/>
            </a:lvl7pPr>
            <a:lvl8pPr marL="3200000" indent="0">
              <a:buNone/>
              <a:defRPr sz="1067"/>
            </a:lvl8pPr>
            <a:lvl9pPr marL="3657143" indent="0">
              <a:buNone/>
              <a:defRPr sz="1067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12C8F18-4741-03DA-3F19-FC0858FB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5383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hyperlink" Target="http://www.db-berater.de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54107" y="450852"/>
            <a:ext cx="9018492" cy="1102353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54107" y="1665290"/>
            <a:ext cx="11490063" cy="4571999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372600" y="450848"/>
            <a:ext cx="24715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0" dirty="0">
                <a:solidFill>
                  <a:schemeClr val="accent1"/>
                </a:solidFill>
                <a:latin typeface="Calibri" panose="020F0502020204030204" pitchFamily="34" charset="0"/>
              </a:rPr>
              <a:t>db </a:t>
            </a:r>
            <a:r>
              <a:rPr lang="en-US" sz="2400" b="1" noProof="0" dirty="0">
                <a:latin typeface="Calibri" panose="020F0502020204030204" pitchFamily="34" charset="0"/>
              </a:rPr>
              <a:t>Berater GmbH</a:t>
            </a:r>
          </a:p>
          <a:p>
            <a:pPr algn="r"/>
            <a:r>
              <a:rPr lang="en-US" sz="1000" b="1" noProof="0" dirty="0" err="1"/>
              <a:t>Planung</a:t>
            </a:r>
            <a:r>
              <a:rPr lang="en-US" sz="1000" b="1" noProof="0" dirty="0"/>
              <a:t> – Installation</a:t>
            </a:r>
            <a:r>
              <a:rPr lang="en-US" sz="1000" b="1" baseline="0" noProof="0" dirty="0"/>
              <a:t> – </a:t>
            </a:r>
            <a:r>
              <a:rPr lang="en-US" sz="1000" b="1" baseline="0" noProof="0" dirty="0" err="1"/>
              <a:t>Optimierung</a:t>
            </a:r>
            <a:br>
              <a:rPr lang="en-US" sz="1000" b="1" baseline="0" noProof="0" dirty="0"/>
            </a:br>
            <a:br>
              <a:rPr lang="en-US" sz="1000" b="1" baseline="0" noProof="0" dirty="0"/>
            </a:br>
            <a:endParaRPr lang="en-US" sz="1000" b="1" noProof="0" dirty="0"/>
          </a:p>
          <a:p>
            <a:pPr algn="r"/>
            <a:r>
              <a:rPr lang="en-US" sz="1000" b="1" noProof="0" dirty="0">
                <a:hlinkClick r:id="rId7"/>
              </a:rPr>
              <a:t>http://www.db-berater.de</a:t>
            </a:r>
            <a:endParaRPr lang="en-US" sz="1000" b="1" noProof="0" dirty="0"/>
          </a:p>
          <a:p>
            <a:pPr algn="r"/>
            <a:r>
              <a:rPr lang="en-US" sz="1000" b="1" noProof="0" dirty="0"/>
              <a:t>info@db-berater.de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E3090C9-CD56-60CA-9231-B8662A341995}"/>
              </a:ext>
            </a:extLst>
          </p:cNvPr>
          <p:cNvSpPr/>
          <p:nvPr/>
        </p:nvSpPr>
        <p:spPr>
          <a:xfrm>
            <a:off x="0" y="6309320"/>
            <a:ext cx="12192000" cy="54868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feld 7"/>
          <p:cNvSpPr txBox="1"/>
          <p:nvPr/>
        </p:nvSpPr>
        <p:spPr>
          <a:xfrm>
            <a:off x="9648395" y="6429773"/>
            <a:ext cx="229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noProof="0" dirty="0">
                <a:solidFill>
                  <a:schemeClr val="bg1"/>
                </a:solidFill>
              </a:rPr>
              <a:t>© db</a:t>
            </a:r>
            <a:r>
              <a:rPr lang="en-US" sz="1200" b="1" baseline="0" noProof="0" dirty="0">
                <a:solidFill>
                  <a:schemeClr val="bg1"/>
                </a:solidFill>
              </a:rPr>
              <a:t> Berater GmbH (</a:t>
            </a:r>
            <a:fld id="{918F7804-3F46-47BC-B8F6-F601438D5C89}" type="datetimeyyyy">
              <a:rPr lang="en-US" sz="1200" b="1" baseline="0" noProof="0" smtClean="0">
                <a:solidFill>
                  <a:schemeClr val="bg1"/>
                </a:solidFill>
              </a:rPr>
              <a:t>2026</a:t>
            </a:fld>
            <a:r>
              <a:rPr lang="en-US" sz="1200" b="1" baseline="0" noProof="0" dirty="0">
                <a:solidFill>
                  <a:schemeClr val="bg1"/>
                </a:solidFill>
              </a:rPr>
              <a:t>)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290584" y="6429773"/>
            <a:ext cx="4845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2"/>
                </a:solidFill>
              </a:rPr>
              <a:t>Author</a:t>
            </a:r>
            <a:r>
              <a:rPr lang="en-US" sz="1200" b="1" noProof="0" dirty="0">
                <a:solidFill>
                  <a:schemeClr val="bg1"/>
                </a:solidFill>
              </a:rPr>
              <a:t>: Uwe Ricken (Data Platform MVP / MCM)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F3BD9D6-72B9-E767-C777-A39BE3E3CC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936271" y="427793"/>
            <a:ext cx="2918618" cy="80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80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5B9BD5"/>
          </a:solidFill>
          <a:latin typeface="+mj-lt"/>
          <a:ea typeface="+mj-ea"/>
          <a:cs typeface="+mj-cs"/>
        </a:defRPr>
      </a:lvl1pPr>
    </p:titleStyle>
    <p:bodyStyle>
      <a:lvl1pPr marL="228578" indent="-228578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5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rikEJ/SqlQueryStress" TargetMode="External"/><Relationship Id="rId2" Type="http://schemas.openxmlformats.org/officeDocument/2006/relationships/hyperlink" Target="https://db-berater.de/downloads/ERP_Demo.ba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.microsoft.com/fwlink/?linkid=2220149&amp;clcid=0x407&amp;culture=de-de&amp;country=de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uwe.ricken@db-berater.de" TargetMode="External"/><Relationship Id="rId7" Type="http://schemas.openxmlformats.org/officeDocument/2006/relationships/image" Target="../media/image3.jpg"/><Relationship Id="rId2" Type="http://schemas.openxmlformats.org/officeDocument/2006/relationships/hyperlink" Target="http://www.db-berater.de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s://bsky.app/profile/sqlbambi.bsky.social" TargetMode="External"/><Relationship Id="rId4" Type="http://schemas.openxmlformats.org/officeDocument/2006/relationships/hyperlink" Target="http://www.sqlmaster.de/" TargetMode="Externa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qlchallenges.d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sqlchallenge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Mastering SQL Server Audits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Native Capabilities to Enterprise-Grade Compliance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99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66F59-B715-4CE2-83DF-6D035DD5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Links for </a:t>
            </a:r>
            <a:r>
              <a:rPr lang="de-DE" dirty="0" err="1"/>
              <a:t>this</a:t>
            </a:r>
            <a:r>
              <a:rPr lang="de-DE" dirty="0"/>
              <a:t> Session/Workshop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727BD7-7924-41DC-BF8D-0990B5F36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Scripts and Slide Decks</a:t>
            </a:r>
            <a:br>
              <a:rPr lang="de-DE" dirty="0"/>
            </a:br>
            <a:r>
              <a:rPr lang="de-DE" dirty="0" err="1"/>
              <a:t>tba</a:t>
            </a:r>
            <a:endParaRPr lang="de-DE" dirty="0"/>
          </a:p>
          <a:p>
            <a:endParaRPr lang="de-DE" dirty="0"/>
          </a:p>
          <a:p>
            <a:r>
              <a:rPr lang="de-DE" dirty="0"/>
              <a:t>ERP Demo Database (17.00 GB)</a:t>
            </a:r>
            <a:br>
              <a:rPr lang="de-DE" dirty="0"/>
            </a:br>
            <a:r>
              <a:rPr lang="de-DE" dirty="0">
                <a:hlinkClick r:id="rId2"/>
              </a:rPr>
              <a:t>https://db-berater.de/downloads/ERP</a:t>
            </a:r>
            <a:r>
              <a:rPr lang="de-DE">
                <a:hlinkClick r:id="rId2"/>
              </a:rPr>
              <a:t>_Demo.</a:t>
            </a:r>
            <a:r>
              <a:rPr lang="de-DE" dirty="0">
                <a:hlinkClick r:id="rId2"/>
              </a:rPr>
              <a:t>bak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SQLQueryStress</a:t>
            </a:r>
            <a:br>
              <a:rPr lang="de-DE" dirty="0"/>
            </a:br>
            <a:r>
              <a:rPr lang="de-DE" dirty="0">
                <a:hlinkClick r:id="rId3"/>
              </a:rPr>
              <a:t>https://github.com/ErikEJ/SqlQueryStress</a:t>
            </a:r>
            <a:endParaRPr lang="de-DE" dirty="0"/>
          </a:p>
          <a:p>
            <a:endParaRPr lang="de-DE" dirty="0"/>
          </a:p>
          <a:p>
            <a:r>
              <a:rPr lang="de-DE" dirty="0"/>
              <a:t>Windows Admin Center</a:t>
            </a:r>
            <a:br>
              <a:rPr lang="de-DE" dirty="0"/>
            </a:br>
            <a:r>
              <a:rPr lang="de-DE" dirty="0">
                <a:hlinkClick r:id="rId4"/>
              </a:rPr>
              <a:t>https://go.microsoft.com/fwlink/?linkid=2220149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296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Uwe Ricken</a:t>
            </a:r>
            <a:br>
              <a:rPr lang="de-DE" dirty="0"/>
            </a:br>
            <a:r>
              <a:rPr lang="de-DE" sz="1800" b="0" dirty="0"/>
              <a:t>db </a:t>
            </a:r>
            <a:r>
              <a:rPr lang="de-DE" sz="1800" b="0" dirty="0">
                <a:solidFill>
                  <a:schemeClr val="tx1"/>
                </a:solidFill>
              </a:rPr>
              <a:t>Berater GmbH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I am working with IT-systems since early 1990's and with the main focus on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 </a:t>
            </a:r>
            <a:r>
              <a:rPr lang="en-US" sz="1400" dirty="0"/>
              <a:t>since version 6.0. I started with development of database applications in 1998 with a professional CRM-System based on Microsoft products (Microsoft Office and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).</a:t>
            </a:r>
          </a:p>
          <a:p>
            <a:pPr marL="0" indent="0">
              <a:buNone/>
            </a:pPr>
            <a:br>
              <a:rPr lang="en-US" sz="1400" dirty="0"/>
            </a:br>
            <a:r>
              <a:rPr lang="en-US" sz="1400" dirty="0"/>
              <a:t>Since 2008 I'm focused exclusively on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 and working in 3rd level support teams for banks, insurances and global industries.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Since May 2013 I am a </a:t>
            </a:r>
            <a:r>
              <a:rPr lang="en-US" sz="1400" b="1" dirty="0">
                <a:solidFill>
                  <a:srgbClr val="FF0000"/>
                </a:solidFill>
              </a:rPr>
              <a:t>Microsoft Certified Master: SQL Server 2008 </a:t>
            </a:r>
            <a:r>
              <a:rPr lang="en-US" sz="1400" dirty="0"/>
              <a:t>which was an amazing way into the depth of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In July 2013 I have been awarded with the MVP Award for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.</a:t>
            </a:r>
            <a:endParaRPr lang="de-DE" sz="1400" dirty="0"/>
          </a:p>
        </p:txBody>
      </p:sp>
      <p:sp>
        <p:nvSpPr>
          <p:cNvPr id="6" name="Textplatzhalter 5"/>
          <p:cNvSpPr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 err="1"/>
              <a:t>www</a:t>
            </a:r>
            <a:r>
              <a:rPr lang="de-DE" sz="1400" dirty="0"/>
              <a:t>:	</a:t>
            </a:r>
            <a:r>
              <a:rPr lang="de-DE" sz="1400" dirty="0">
                <a:hlinkClick r:id="rId2"/>
              </a:rPr>
              <a:t>http://www.db-berater.de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/>
              <a:t>email</a:t>
            </a:r>
            <a:r>
              <a:rPr lang="de-DE" sz="1400" dirty="0"/>
              <a:t>:	</a:t>
            </a:r>
            <a:r>
              <a:rPr lang="de-DE" sz="1400" dirty="0">
                <a:hlinkClick r:id="rId3"/>
              </a:rPr>
              <a:t>uwe.ricken@db-berater.de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 err="1"/>
              <a:t>blog</a:t>
            </a:r>
            <a:r>
              <a:rPr lang="de-DE" sz="1400" dirty="0"/>
              <a:t>:	</a:t>
            </a:r>
            <a:r>
              <a:rPr lang="de-DE" sz="1400" dirty="0">
                <a:hlinkClick r:id="rId4"/>
              </a:rPr>
              <a:t>http://www.sqlmaster.de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 err="1"/>
              <a:t>BlueSky</a:t>
            </a:r>
            <a:r>
              <a:rPr lang="de-DE" sz="1400" dirty="0"/>
              <a:t>:	</a:t>
            </a:r>
            <a:r>
              <a:rPr lang="de-DE" sz="1400" dirty="0">
                <a:hlinkClick r:id="rId5"/>
              </a:rPr>
              <a:t>@sqlbambi</a:t>
            </a:r>
            <a:endParaRPr lang="de-DE" sz="14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3494589"/>
            <a:ext cx="1143000" cy="83581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472" y="3494589"/>
            <a:ext cx="1143000" cy="85725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3" y="4682333"/>
            <a:ext cx="1458955" cy="598545"/>
          </a:xfrm>
          <a:prstGeom prst="rect">
            <a:avLst/>
          </a:prstGeom>
        </p:spPr>
      </p:pic>
      <p:pic>
        <p:nvPicPr>
          <p:cNvPr id="5" name="Grafik 4" descr="Ein Bild, das Person, Mann, Brille, tragen enthält.&#10;&#10;Automatisch generierte Beschreibung">
            <a:extLst>
              <a:ext uri="{FF2B5EF4-FFF2-40B4-BE49-F238E27FC236}">
                <a16:creationId xmlns:a16="http://schemas.microsoft.com/office/drawing/2014/main" id="{46333317-A6F3-B2D3-B9F5-6B4A79A834B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58"/>
          <a:stretch/>
        </p:blipFill>
        <p:spPr>
          <a:xfrm>
            <a:off x="6499642" y="3429000"/>
            <a:ext cx="1715073" cy="185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8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341E920-2BA9-C6AC-D645-F3BC0BFB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066" y="2149215"/>
            <a:ext cx="6488975" cy="3617602"/>
          </a:xfrm>
          <a:prstGeom prst="rect">
            <a:avLst/>
          </a:prstGeom>
          <a:noFill/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D5F1E84-96EA-2FC2-EB23-C97E371D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/>
          <a:p>
            <a:r>
              <a:rPr lang="en-US" dirty="0"/>
              <a:t>Get a challenge at least once a month</a:t>
            </a:r>
          </a:p>
          <a:p>
            <a:r>
              <a:rPr lang="en-US" dirty="0"/>
              <a:t>Connect to a provided SQL Server Instance</a:t>
            </a:r>
          </a:p>
          <a:p>
            <a:r>
              <a:rPr lang="en-US" dirty="0"/>
              <a:t>Load the challenge scenario</a:t>
            </a:r>
          </a:p>
          <a:p>
            <a:r>
              <a:rPr lang="en-US" dirty="0"/>
              <a:t>Try to solve it</a:t>
            </a:r>
          </a:p>
          <a:p>
            <a:r>
              <a:rPr lang="en-US" dirty="0"/>
              <a:t>Blog about your solution</a:t>
            </a:r>
          </a:p>
          <a:p>
            <a:r>
              <a:rPr lang="en-US" dirty="0"/>
              <a:t>Leave a link in the comments of the challenge to your blog post.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https://sqlchallenges</a:t>
            </a:r>
            <a:r>
              <a:rPr lang="en-US">
                <a:hlinkClick r:id="rId3"/>
              </a:rPr>
              <a:t>.de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6F77BBF-034A-A53E-C4B8-E4039AC9F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 anchor="ctr">
            <a:normAutofit/>
          </a:bodyPr>
          <a:lstStyle/>
          <a:p>
            <a:r>
              <a:rPr lang="en-US" dirty="0"/>
              <a:t>Challenge SQL Server real world scenarios</a:t>
            </a:r>
          </a:p>
        </p:txBody>
      </p:sp>
    </p:spTree>
    <p:extLst>
      <p:ext uri="{BB962C8B-B14F-4D97-AF65-F5344CB8AC3E}">
        <p14:creationId xmlns:p14="http://schemas.microsoft.com/office/powerpoint/2010/main" val="92011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3B7A7-38F8-B838-82CA-C5F4C9603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3FA4640-BA19-235A-185B-0650C5C7D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5661" y="2149215"/>
            <a:ext cx="6113784" cy="3617602"/>
          </a:xfrm>
          <a:prstGeom prst="rect">
            <a:avLst/>
          </a:prstGeom>
          <a:noFill/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30E739F-4D36-9988-A5D5-ED27689E9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/>
          <a:p>
            <a:pPr lvl="0"/>
            <a:r>
              <a:rPr lang="en-US" dirty="0"/>
              <a:t>Learn SQL Server concepts through relatable real‑world analogies</a:t>
            </a:r>
          </a:p>
          <a:p>
            <a:pPr lvl="0"/>
            <a:r>
              <a:rPr lang="en-US" dirty="0"/>
              <a:t>Understand engine behavior without deep technical prerequisites</a:t>
            </a:r>
          </a:p>
          <a:p>
            <a:pPr lvl="0"/>
            <a:r>
              <a:rPr lang="en-US" dirty="0"/>
              <a:t>Bridge the gap between technical and non‑technical roles</a:t>
            </a:r>
          </a:p>
          <a:p>
            <a:pPr lvl="0"/>
            <a:r>
              <a:rPr lang="en-US" dirty="0"/>
              <a:t>Make performance, security, and architecture decisions easier to grasp</a:t>
            </a:r>
          </a:p>
          <a:p>
            <a:pPr lvl="0"/>
            <a:r>
              <a:rPr lang="en-US" dirty="0"/>
              <a:t>Build lasting intuition by connecting SQL Server to everyday situations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https://www.youtube.com/@sqlchallenges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AFBAEE6-1C06-A4DC-817F-EB456C45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 anchor="ctr">
            <a:normAutofit/>
          </a:bodyPr>
          <a:lstStyle/>
          <a:p>
            <a:r>
              <a:rPr lang="en-US" dirty="0"/>
              <a:t>SQL Server for Juniors, Managers &amp; Consultants</a:t>
            </a:r>
          </a:p>
        </p:txBody>
      </p:sp>
    </p:spTree>
    <p:extLst>
      <p:ext uri="{BB962C8B-B14F-4D97-AF65-F5344CB8AC3E}">
        <p14:creationId xmlns:p14="http://schemas.microsoft.com/office/powerpoint/2010/main" val="10362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9AE4D88-466F-4BA6-917F-396AC585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584846F-DF71-4A64-98B4-A74662F88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5" y="1665288"/>
            <a:ext cx="7921275" cy="4572000"/>
          </a:xfrm>
        </p:spPr>
        <p:txBody>
          <a:bodyPr/>
          <a:lstStyle/>
          <a:p>
            <a:r>
              <a:rPr lang="en-US" dirty="0"/>
              <a:t>Why SQL Server Audit Matters</a:t>
            </a:r>
          </a:p>
          <a:p>
            <a:r>
              <a:rPr lang="en-US" dirty="0"/>
              <a:t>Native SQL Server Audit: The Big Picture</a:t>
            </a:r>
          </a:p>
          <a:p>
            <a:r>
              <a:rPr lang="en-GB" dirty="0"/>
              <a:t>Architecture Overview</a:t>
            </a:r>
          </a:p>
          <a:p>
            <a:r>
              <a:rPr lang="en-GB" dirty="0"/>
              <a:t>Server-Level Audit Deep Dive</a:t>
            </a:r>
          </a:p>
          <a:p>
            <a:r>
              <a:rPr lang="en-GB" dirty="0"/>
              <a:t>Database-Level Audit Deep Dive</a:t>
            </a:r>
          </a:p>
          <a:p>
            <a:r>
              <a:rPr lang="en-GB" dirty="0"/>
              <a:t>Performance &amp; Storage Considerations</a:t>
            </a:r>
          </a:p>
          <a:p>
            <a:r>
              <a:rPr lang="en-GB" dirty="0"/>
              <a:t>Reading &amp; Interpreting Audit Logs</a:t>
            </a:r>
          </a:p>
          <a:p>
            <a:r>
              <a:rPr lang="en-GB" dirty="0"/>
              <a:t>Compliance Mapping</a:t>
            </a:r>
          </a:p>
          <a:p>
            <a:r>
              <a:rPr lang="en-GB" dirty="0"/>
              <a:t>Enterprise-Grade Compliance Workflow</a:t>
            </a:r>
          </a:p>
          <a:p>
            <a:pPr lvl="1"/>
            <a:endParaRPr lang="en-GB" dirty="0"/>
          </a:p>
        </p:txBody>
      </p:sp>
      <p:pic>
        <p:nvPicPr>
          <p:cNvPr id="2" name="Grafik 1" descr="SQL Server Audit infographic portrait layout">
            <a:extLst>
              <a:ext uri="{FF2B5EF4-FFF2-40B4-BE49-F238E27FC236}">
                <a16:creationId xmlns:a16="http://schemas.microsoft.com/office/drawing/2014/main" id="{9D3A2E57-5EF5-3D1B-31F6-E1A7BC867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232" y="1665288"/>
            <a:ext cx="2971833" cy="44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7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BB56176D-F2E1-1AA8-6E94-CA1F878C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SQL Server Audit Matters</a:t>
            </a:r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A7CC8651-ABE9-1E86-7F9E-5178C18F5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7849266" cy="4572000"/>
          </a:xfrm>
        </p:spPr>
        <p:txBody>
          <a:bodyPr/>
          <a:lstStyle/>
          <a:p>
            <a:r>
              <a:rPr lang="en-US" dirty="0"/>
              <a:t>Compliance pressure:</a:t>
            </a:r>
          </a:p>
          <a:p>
            <a:pPr lvl="1"/>
            <a:r>
              <a:rPr lang="en-US" dirty="0"/>
              <a:t>GDPR	privacy and personal data</a:t>
            </a:r>
          </a:p>
          <a:p>
            <a:pPr lvl="1"/>
            <a:r>
              <a:rPr lang="en-US" dirty="0"/>
              <a:t>HIPAA	Health Insurance Portability and Accountability Act</a:t>
            </a:r>
          </a:p>
          <a:p>
            <a:pPr lvl="1"/>
            <a:r>
              <a:rPr lang="en-US" dirty="0"/>
              <a:t>SOX	</a:t>
            </a:r>
            <a:r>
              <a:rPr lang="en-US" b="1" dirty="0"/>
              <a:t>financial fraud</a:t>
            </a:r>
            <a:r>
              <a:rPr lang="en-US" dirty="0"/>
              <a:t> and </a:t>
            </a:r>
            <a:r>
              <a:rPr lang="en-US" b="1" dirty="0"/>
              <a:t>corporate financial reporting</a:t>
            </a:r>
            <a:endParaRPr lang="en-US" dirty="0"/>
          </a:p>
          <a:p>
            <a:r>
              <a:rPr lang="en-US" dirty="0"/>
              <a:t>Traceability &amp; accountability</a:t>
            </a:r>
          </a:p>
          <a:p>
            <a:r>
              <a:rPr lang="en-US" dirty="0"/>
              <a:t>Detect misuse &amp; privilege escalation </a:t>
            </a:r>
          </a:p>
          <a:p>
            <a:r>
              <a:rPr lang="en-US" dirty="0"/>
              <a:t>Reduce audit noise → increase signal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784B22A-C99C-33D7-304A-FE63EBF8D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4232" y="1669060"/>
            <a:ext cx="2971833" cy="445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09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438D0D-9C79-6EE7-E669-9D9F3404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Server auditing features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90116C8-6417-2767-ED84-E8D52BE603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SQL Server Audit (Native Feature)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Fully integrated with the engine</a:t>
            </a:r>
            <a:br>
              <a:rPr lang="en-US" dirty="0"/>
            </a:br>
            <a:r>
              <a:rPr lang="en-US" dirty="0"/>
              <a:t>(no external dependencies).</a:t>
            </a:r>
          </a:p>
          <a:p>
            <a:pPr lvl="1"/>
            <a:r>
              <a:rPr lang="en-US" dirty="0"/>
              <a:t>Can write to</a:t>
            </a:r>
          </a:p>
          <a:p>
            <a:pPr lvl="2"/>
            <a:r>
              <a:rPr lang="en-US" b="1" dirty="0"/>
              <a:t>File</a:t>
            </a:r>
            <a:endParaRPr lang="en-US" dirty="0"/>
          </a:p>
          <a:p>
            <a:pPr lvl="2"/>
            <a:r>
              <a:rPr lang="en-US" b="1" dirty="0"/>
              <a:t>Windows Application Log</a:t>
            </a:r>
            <a:endParaRPr lang="en-US" dirty="0"/>
          </a:p>
          <a:p>
            <a:pPr lvl="2"/>
            <a:r>
              <a:rPr lang="en-US" b="1" dirty="0"/>
              <a:t>Security Log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Meets compliance standards</a:t>
            </a:r>
          </a:p>
          <a:p>
            <a:pPr lvl="2"/>
            <a:r>
              <a:rPr lang="en-US" dirty="0"/>
              <a:t>GDPR</a:t>
            </a:r>
          </a:p>
          <a:p>
            <a:pPr lvl="2"/>
            <a:r>
              <a:rPr lang="en-US" dirty="0"/>
              <a:t>HIPAA</a:t>
            </a:r>
          </a:p>
          <a:p>
            <a:pPr lvl="2"/>
            <a:r>
              <a:rPr lang="en-US" dirty="0"/>
              <a:t>SOX</a:t>
            </a:r>
          </a:p>
          <a:p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DEA814D-398B-9F9D-9A0A-69D3134EE0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Drawbacks</a:t>
            </a:r>
          </a:p>
          <a:p>
            <a:pPr lvl="1"/>
            <a:r>
              <a:rPr lang="en-US" dirty="0"/>
              <a:t>Limited flexibility in filtering</a:t>
            </a:r>
            <a:br>
              <a:rPr lang="en-US" dirty="0"/>
            </a:br>
            <a:r>
              <a:rPr lang="en-US" dirty="0"/>
              <a:t>(especially pre‑SQL 2019).</a:t>
            </a:r>
          </a:p>
          <a:p>
            <a:pPr lvl="1"/>
            <a:r>
              <a:rPr lang="en-US" dirty="0"/>
              <a:t>Can generate large volumes of data Performance overhead if auditing too many actions.</a:t>
            </a:r>
          </a:p>
          <a:p>
            <a:pPr lvl="1"/>
            <a:r>
              <a:rPr lang="en-US" dirty="0"/>
              <a:t>No native visualization or analytics.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78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D0C18-7CB7-974A-1844-C9A3E3AB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00234B-083E-0D52-BB8E-D40ECF74E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Server auditing features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FC5393B-0B20-137C-2D8D-F9FF61B6F6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Extended Events (</a:t>
            </a:r>
            <a:r>
              <a:rPr lang="en-US" b="1" dirty="0" err="1"/>
              <a:t>XEvents</a:t>
            </a:r>
            <a:r>
              <a:rPr lang="en-US" b="1" dirty="0"/>
              <a:t>)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Extremely granular - captures almost any internal event.</a:t>
            </a:r>
          </a:p>
          <a:p>
            <a:pPr lvl="1"/>
            <a:r>
              <a:rPr lang="en-US" dirty="0"/>
              <a:t>Lower overhead than traditional trace or audit.</a:t>
            </a:r>
          </a:p>
          <a:p>
            <a:pPr lvl="1"/>
            <a:r>
              <a:rPr lang="en-US" dirty="0"/>
              <a:t>Can integrate with custom dashboards or automation.</a:t>
            </a:r>
          </a:p>
          <a:p>
            <a:pPr lvl="1"/>
            <a:r>
              <a:rPr lang="en-US" dirty="0"/>
              <a:t>Ideal for forensic troubleshooting and performance correlation.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1F78937-D347-00DF-0289-47D2DEBE1E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Drawbacks</a:t>
            </a:r>
          </a:p>
          <a:p>
            <a:pPr lvl="1"/>
            <a:r>
              <a:rPr lang="en-US" dirty="0"/>
              <a:t>Complex to configure and interpret for non‑DBAs.</a:t>
            </a:r>
          </a:p>
          <a:p>
            <a:pPr lvl="1"/>
            <a:r>
              <a:rPr lang="en-US" dirty="0"/>
              <a:t>Not designed for compliance reporting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Requires manual retention and security hardening.</a:t>
            </a:r>
          </a:p>
        </p:txBody>
      </p:sp>
    </p:spTree>
    <p:extLst>
      <p:ext uri="{BB962C8B-B14F-4D97-AF65-F5344CB8AC3E}">
        <p14:creationId xmlns:p14="http://schemas.microsoft.com/office/powerpoint/2010/main" val="4226829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A309D-C084-FEB4-71AE-70B461A2C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DC2CB5-FAF5-1D06-C103-A93AEF3C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Server auditing features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48C5367-775F-3EAD-3552-7C88B369C9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SQL Trace / Profiler (Legacy)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Simple to use and visualize in SQL Profiler.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Useful for quick debugging or ad‑hoc analysis.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878303F-B7AA-97FE-D867-8BBEE9BBAC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Drawbacks</a:t>
            </a:r>
          </a:p>
          <a:p>
            <a:pPr lvl="1"/>
            <a:r>
              <a:rPr lang="en-US" b="1" dirty="0"/>
              <a:t>Deprecated</a:t>
            </a:r>
            <a:r>
              <a:rPr lang="en-US" dirty="0"/>
              <a:t> - replaced by Extended Events.</a:t>
            </a:r>
          </a:p>
          <a:p>
            <a:pPr lvl="1"/>
            <a:r>
              <a:rPr lang="en-US" dirty="0"/>
              <a:t>High performance overhead.</a:t>
            </a:r>
          </a:p>
          <a:p>
            <a:pPr lvl="1"/>
            <a:r>
              <a:rPr lang="en-US" dirty="0"/>
              <a:t>Not suitable for production auditing or compliance.</a:t>
            </a:r>
          </a:p>
          <a:p>
            <a:pPr lvl="1"/>
            <a:r>
              <a:rPr lang="en-US" dirty="0"/>
              <a:t>No fine‑grained security or tamper protection.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408E54F-362C-B5D6-F246-84F188FD5C6C}"/>
              </a:ext>
            </a:extLst>
          </p:cNvPr>
          <p:cNvSpPr txBox="1"/>
          <p:nvPr/>
        </p:nvSpPr>
        <p:spPr>
          <a:xfrm>
            <a:off x="1055440" y="4869160"/>
            <a:ext cx="10081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have ALL these solutions in common?</a:t>
            </a:r>
          </a:p>
          <a:p>
            <a:pPr algn="ctr"/>
            <a:r>
              <a:rPr lang="en-US" dirty="0"/>
              <a:t>No </a:t>
            </a:r>
            <a:r>
              <a:rPr lang="en-US" b="1" dirty="0"/>
              <a:t>Separation Of Duty</a:t>
            </a:r>
            <a:r>
              <a:rPr lang="en-US" dirty="0"/>
              <a:t> because the DBA is the sysadmin!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Set a fox to guard the henhouse!</a:t>
            </a:r>
          </a:p>
        </p:txBody>
      </p:sp>
    </p:spTree>
    <p:extLst>
      <p:ext uri="{BB962C8B-B14F-4D97-AF65-F5344CB8AC3E}">
        <p14:creationId xmlns:p14="http://schemas.microsoft.com/office/powerpoint/2010/main" val="229409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F2DB9-85F4-F446-CB98-A2E91347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2FCC29-AD3E-A80F-5F1E-6E5A4A554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Server auditing features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57A8E26-DC8A-D17F-08D9-2E9F1E611F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Third‑Party Audit Tools 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Centralized dashboards, alerting, and compliance mapping.</a:t>
            </a:r>
          </a:p>
          <a:p>
            <a:pPr lvl="1"/>
            <a:r>
              <a:rPr lang="en-US" dirty="0"/>
              <a:t>Easier reporting for auditors and management.</a:t>
            </a:r>
          </a:p>
          <a:p>
            <a:pPr lvl="1"/>
            <a:r>
              <a:rPr lang="en-US" dirty="0"/>
              <a:t>Can correlate multiple SQL instances.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B121AA5-D08B-5F69-87C2-C2C00DDD6C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Drawbacks</a:t>
            </a:r>
          </a:p>
          <a:p>
            <a:pPr lvl="1"/>
            <a:r>
              <a:rPr lang="en-US" dirty="0"/>
              <a:t>Licensing cost.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Additional configuration and agent overhead.</a:t>
            </a:r>
          </a:p>
          <a:p>
            <a:pPr lvl="1"/>
            <a:r>
              <a:rPr lang="en-US" dirty="0"/>
              <a:t>Dependency on vendor updates.</a:t>
            </a:r>
          </a:p>
        </p:txBody>
      </p:sp>
    </p:spTree>
    <p:extLst>
      <p:ext uri="{BB962C8B-B14F-4D97-AF65-F5344CB8AC3E}">
        <p14:creationId xmlns:p14="http://schemas.microsoft.com/office/powerpoint/2010/main" val="1553118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9217687-7390-11E1-A8DC-CA5D60853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Auditing Tools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6405437B-266E-5412-49C8-E40A37BE6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173746"/>
              </p:ext>
            </p:extLst>
          </p:nvPr>
        </p:nvGraphicFramePr>
        <p:xfrm>
          <a:off x="371475" y="1916832"/>
          <a:ext cx="11449050" cy="185420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2844205">
                  <a:extLst>
                    <a:ext uri="{9D8B030D-6E8A-4147-A177-3AD203B41FA5}">
                      <a16:colId xmlns:a16="http://schemas.microsoft.com/office/drawing/2014/main" val="3199064257"/>
                    </a:ext>
                  </a:extLst>
                </a:gridCol>
                <a:gridCol w="972145">
                  <a:extLst>
                    <a:ext uri="{9D8B030D-6E8A-4147-A177-3AD203B41FA5}">
                      <a16:colId xmlns:a16="http://schemas.microsoft.com/office/drawing/2014/main" val="3951665670"/>
                    </a:ext>
                  </a:extLst>
                </a:gridCol>
                <a:gridCol w="900063">
                  <a:extLst>
                    <a:ext uri="{9D8B030D-6E8A-4147-A177-3AD203B41FA5}">
                      <a16:colId xmlns:a16="http://schemas.microsoft.com/office/drawing/2014/main" val="205390738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74321722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969119804"/>
                    </a:ext>
                  </a:extLst>
                </a:gridCol>
                <a:gridCol w="4284365">
                  <a:extLst>
                    <a:ext uri="{9D8B030D-6E8A-4147-A177-3AD203B41FA5}">
                      <a16:colId xmlns:a16="http://schemas.microsoft.com/office/drawing/2014/main" val="65558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Product /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GDPR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HIPAA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PCI / DSS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266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Idera SQL Compliance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 enterprise auditing + compliance 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290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DBLense</a:t>
                      </a:r>
                      <a:r>
                        <a:rPr lang="en-US" sz="1400" b="1" dirty="0"/>
                        <a:t> SQL Server Auditor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Real-time-auditing + SIEM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380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DataSunrise</a:t>
                      </a:r>
                      <a:r>
                        <a:rPr lang="en-US" sz="1400" b="1" dirty="0"/>
                        <a:t> Security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Advanced firewall + masking + auditing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017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Native SQL Server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Requires correct configuration – no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329760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0E934833-5626-13D9-D885-0995BF080979}"/>
              </a:ext>
            </a:extLst>
          </p:cNvPr>
          <p:cNvSpPr txBox="1"/>
          <p:nvPr/>
        </p:nvSpPr>
        <p:spPr>
          <a:xfrm>
            <a:off x="371475" y="4149080"/>
            <a:ext cx="114490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SIEM appliances (Splunk, </a:t>
            </a:r>
            <a:r>
              <a:rPr lang="en-US" dirty="0" err="1"/>
              <a:t>QRadar</a:t>
            </a:r>
            <a:r>
              <a:rPr lang="en-US" dirty="0"/>
              <a:t>, ArcSight, LogRhythm) can </a:t>
            </a:r>
            <a:r>
              <a:rPr lang="en-US" i="1" dirty="0"/>
              <a:t>collect</a:t>
            </a:r>
            <a:r>
              <a:rPr lang="en-US" dirty="0"/>
              <a:t> audit logs, but they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perform SQL Server auditing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understand SQL Server object access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generate audit events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fulfill SQL compliance requirements by themselves</a:t>
            </a:r>
          </a:p>
          <a:p>
            <a:pPr lvl="0"/>
            <a:endParaRPr lang="en-US" dirty="0"/>
          </a:p>
          <a:p>
            <a:r>
              <a:rPr lang="en-US" dirty="0"/>
              <a:t>They only </a:t>
            </a:r>
            <a:r>
              <a:rPr lang="en-US" b="1" dirty="0"/>
              <a:t>consume</a:t>
            </a:r>
            <a:r>
              <a:rPr lang="en-US" dirty="0"/>
              <a:t> audit logs produced by SQL Server or an auditing tool.</a:t>
            </a:r>
          </a:p>
        </p:txBody>
      </p:sp>
    </p:spTree>
    <p:extLst>
      <p:ext uri="{BB962C8B-B14F-4D97-AF65-F5344CB8AC3E}">
        <p14:creationId xmlns:p14="http://schemas.microsoft.com/office/powerpoint/2010/main" val="2818509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8355F3DA-ACE8-1FC7-B182-BD77127C8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 SQL Server Audit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955FB2A3-51D3-9577-EF50-3BBC8E6328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Server‑level audit  </a:t>
            </a:r>
          </a:p>
          <a:p>
            <a:r>
              <a:rPr lang="en-US" dirty="0"/>
              <a:t>Database‑level audit  </a:t>
            </a:r>
          </a:p>
          <a:p>
            <a:r>
              <a:rPr lang="en-US" dirty="0"/>
              <a:t>Audit actions &amp; action groups  </a:t>
            </a:r>
          </a:p>
          <a:p>
            <a:r>
              <a:rPr lang="en-US" dirty="0"/>
              <a:t>Audit targets</a:t>
            </a:r>
          </a:p>
          <a:p>
            <a:pPr lvl="1"/>
            <a:r>
              <a:rPr lang="en-US" dirty="0"/>
              <a:t>File</a:t>
            </a:r>
          </a:p>
          <a:p>
            <a:pPr lvl="1"/>
            <a:r>
              <a:rPr lang="en-US" dirty="0"/>
              <a:t>Windows log</a:t>
            </a:r>
          </a:p>
          <a:p>
            <a:pPr lvl="1"/>
            <a:r>
              <a:rPr lang="en-US" dirty="0"/>
              <a:t>Security log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28C79E6-6108-4BB9-4134-1E74B8EE3D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543F095-C752-F1E5-8FE6-B768DEB25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4232" y="1667287"/>
            <a:ext cx="2998596" cy="449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639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FEEA8BF1-3ACE-43E1-B5F1-176B86A4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Overview</a:t>
            </a:r>
          </a:p>
        </p:txBody>
      </p:sp>
      <p:sp>
        <p:nvSpPr>
          <p:cNvPr id="20" name="Inhaltsplatzhalter 19">
            <a:extLst>
              <a:ext uri="{FF2B5EF4-FFF2-40B4-BE49-F238E27FC236}">
                <a16:creationId xmlns:a16="http://schemas.microsoft.com/office/drawing/2014/main" id="{8491DD87-E838-45AE-EEF8-1CF065EAF2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SQL Server Audit is built as a </a:t>
            </a:r>
            <a:r>
              <a:rPr lang="en-US" b="1" dirty="0"/>
              <a:t>layered architecture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Defines the </a:t>
            </a:r>
            <a:r>
              <a:rPr lang="en-US" b="1" dirty="0"/>
              <a:t>audit target</a:t>
            </a:r>
          </a:p>
          <a:p>
            <a:pPr lvl="1"/>
            <a:r>
              <a:rPr lang="en-US" dirty="0"/>
              <a:t>Controls audit behavior</a:t>
            </a:r>
          </a:p>
          <a:p>
            <a:r>
              <a:rPr lang="en-US" dirty="0"/>
              <a:t>SQL Server Audit Specification</a:t>
            </a:r>
          </a:p>
          <a:p>
            <a:pPr lvl="1"/>
            <a:r>
              <a:rPr lang="en-US" dirty="0"/>
              <a:t>Attaches to a </a:t>
            </a:r>
            <a:r>
              <a:rPr lang="en-US" b="1" dirty="0"/>
              <a:t>Server Audit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Contains </a:t>
            </a:r>
            <a:r>
              <a:rPr lang="en-US" b="1" dirty="0"/>
              <a:t>Audit Actions</a:t>
            </a:r>
            <a:r>
              <a:rPr lang="en-US" dirty="0"/>
              <a:t> or </a:t>
            </a:r>
            <a:r>
              <a:rPr lang="en-US" b="1" dirty="0"/>
              <a:t>Audit Action Groups</a:t>
            </a:r>
            <a:r>
              <a:rPr lang="en-US" dirty="0"/>
              <a:t> that apply to the entire SQL Server instance.</a:t>
            </a:r>
          </a:p>
          <a:p>
            <a:r>
              <a:rPr lang="en-US" dirty="0"/>
              <a:t>Database Audit Specification</a:t>
            </a:r>
          </a:p>
          <a:p>
            <a:pPr lvl="1"/>
            <a:r>
              <a:rPr lang="en-US" dirty="0"/>
              <a:t>Attaches to a </a:t>
            </a:r>
            <a:r>
              <a:rPr lang="en-US" b="1" dirty="0"/>
              <a:t>Server Audit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Exists </a:t>
            </a:r>
            <a:r>
              <a:rPr lang="en-US" b="1" dirty="0"/>
              <a:t>per database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Contains </a:t>
            </a:r>
            <a:r>
              <a:rPr lang="en-US" b="1" dirty="0"/>
              <a:t>Audit Actions</a:t>
            </a:r>
            <a:r>
              <a:rPr lang="en-US" dirty="0"/>
              <a:t> or </a:t>
            </a:r>
            <a:r>
              <a:rPr lang="en-US" b="1" dirty="0"/>
              <a:t>Audit Action Groups</a:t>
            </a:r>
            <a:r>
              <a:rPr lang="en-US" dirty="0"/>
              <a:t> relevant to database activity.</a:t>
            </a:r>
          </a:p>
          <a:p>
            <a:pPr lvl="1"/>
            <a:endParaRPr lang="en-US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B4B5249-27E4-0761-51B6-7CFF469C4BD1}"/>
              </a:ext>
            </a:extLst>
          </p:cNvPr>
          <p:cNvGrpSpPr/>
          <p:nvPr/>
        </p:nvGrpSpPr>
        <p:grpSpPr>
          <a:xfrm>
            <a:off x="6168008" y="1772816"/>
            <a:ext cx="4392488" cy="4032448"/>
            <a:chOff x="6600056" y="1844824"/>
            <a:chExt cx="4392488" cy="4032448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9780BF39-B96A-F10C-4175-A829DBF88713}"/>
                </a:ext>
              </a:extLst>
            </p:cNvPr>
            <p:cNvSpPr/>
            <p:nvPr/>
          </p:nvSpPr>
          <p:spPr>
            <a:xfrm>
              <a:off x="6600056" y="1844824"/>
              <a:ext cx="3456384" cy="10081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/>
                <a:t>Server Audit</a:t>
              </a:r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ECA86FE5-5011-B225-F353-C393A1875D83}"/>
                </a:ext>
              </a:extLst>
            </p:cNvPr>
            <p:cNvSpPr/>
            <p:nvPr/>
          </p:nvSpPr>
          <p:spPr>
            <a:xfrm>
              <a:off x="7536160" y="3429000"/>
              <a:ext cx="3456384" cy="10081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/>
                <a:t>Server Audit Specification</a:t>
              </a: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22F11A98-95B5-FDE1-9637-EB79E6B056D6}"/>
                </a:ext>
              </a:extLst>
            </p:cNvPr>
            <p:cNvSpPr/>
            <p:nvPr/>
          </p:nvSpPr>
          <p:spPr>
            <a:xfrm>
              <a:off x="7536160" y="4869160"/>
              <a:ext cx="3456384" cy="10081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/>
                <a:t>Database Audit Specification</a:t>
              </a:r>
            </a:p>
          </p:txBody>
        </p:sp>
        <p:cxnSp>
          <p:nvCxnSpPr>
            <p:cNvPr id="6" name="Verbinder: gewinkelt 5">
              <a:extLst>
                <a:ext uri="{FF2B5EF4-FFF2-40B4-BE49-F238E27FC236}">
                  <a16:creationId xmlns:a16="http://schemas.microsoft.com/office/drawing/2014/main" id="{8A8A07E1-412C-F81C-A085-A2768A91DE92}"/>
                </a:ext>
              </a:extLst>
            </p:cNvPr>
            <p:cNvCxnSpPr>
              <a:stCxn id="2" idx="2"/>
              <a:endCxn id="3" idx="1"/>
            </p:cNvCxnSpPr>
            <p:nvPr/>
          </p:nvCxnSpPr>
          <p:spPr>
            <a:xfrm rot="5400000">
              <a:off x="7392144" y="2996952"/>
              <a:ext cx="1080120" cy="792088"/>
            </a:xfrm>
            <a:prstGeom prst="bentConnector4">
              <a:avLst>
                <a:gd name="adj1" fmla="val 26667"/>
                <a:gd name="adj2" fmla="val 128860"/>
              </a:avLst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Verbinder: gewinkelt 6">
              <a:extLst>
                <a:ext uri="{FF2B5EF4-FFF2-40B4-BE49-F238E27FC236}">
                  <a16:creationId xmlns:a16="http://schemas.microsoft.com/office/drawing/2014/main" id="{944204B1-6FAC-FBAD-626C-00B0D1328DF1}"/>
                </a:ext>
              </a:extLst>
            </p:cNvPr>
            <p:cNvCxnSpPr>
              <a:cxnSpLocks/>
              <a:stCxn id="2" idx="2"/>
              <a:endCxn id="4" idx="1"/>
            </p:cNvCxnSpPr>
            <p:nvPr/>
          </p:nvCxnSpPr>
          <p:spPr>
            <a:xfrm rot="5400000">
              <a:off x="6672064" y="3717032"/>
              <a:ext cx="2520280" cy="792088"/>
            </a:xfrm>
            <a:prstGeom prst="bentConnector4">
              <a:avLst>
                <a:gd name="adj1" fmla="val 10766"/>
                <a:gd name="adj2" fmla="val 128860"/>
              </a:avLst>
            </a:prstGeom>
            <a:ln w="28575"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BD2892D2-31AF-AA7D-6D92-84B85005B200}"/>
              </a:ext>
            </a:extLst>
          </p:cNvPr>
          <p:cNvSpPr txBox="1"/>
          <p:nvPr/>
        </p:nvSpPr>
        <p:spPr>
          <a:xfrm>
            <a:off x="9696400" y="1772816"/>
            <a:ext cx="2124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Permissions</a:t>
            </a:r>
            <a:br>
              <a:rPr lang="en-US" dirty="0"/>
            </a:br>
            <a:r>
              <a:rPr lang="en-US" sz="1200" dirty="0"/>
              <a:t>ALTER ANY SERVER AUDIT</a:t>
            </a:r>
          </a:p>
          <a:p>
            <a:pPr lvl="0"/>
            <a:r>
              <a:rPr lang="en-US" sz="1200" dirty="0"/>
              <a:t>CONTROL SERVER</a:t>
            </a:r>
          </a:p>
          <a:p>
            <a:pPr lvl="0"/>
            <a:r>
              <a:rPr lang="en-US" sz="1200" dirty="0"/>
              <a:t>SYSADMIN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280FA6D-D711-45AF-5A6C-C5A4AD95BC88}"/>
              </a:ext>
            </a:extLst>
          </p:cNvPr>
          <p:cNvCxnSpPr/>
          <p:nvPr/>
        </p:nvCxnSpPr>
        <p:spPr>
          <a:xfrm>
            <a:off x="9696400" y="1700213"/>
            <a:ext cx="0" cy="108071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673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5771A-94DD-789F-6738-4A6EF2975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6D87798-4AF9-9BF4-EA22-DB4BE726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an Effective Audit Strategy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B0CE12EE-4611-C1FE-3F89-5BDB3BFC51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What to audit (principle of minimal logging)  </a:t>
            </a:r>
          </a:p>
          <a:p>
            <a:r>
              <a:rPr lang="en-US" dirty="0"/>
              <a:t>Mapping audit actions to compliance needs  </a:t>
            </a:r>
          </a:p>
          <a:p>
            <a:r>
              <a:rPr lang="en-US" dirty="0"/>
              <a:t>Avoiding “audit everything” traps  </a:t>
            </a:r>
          </a:p>
          <a:p>
            <a:r>
              <a:rPr lang="en-US" dirty="0"/>
              <a:t>Aligning with least privilege</a:t>
            </a:r>
          </a:p>
        </p:txBody>
      </p:sp>
      <p:pic>
        <p:nvPicPr>
          <p:cNvPr id="3" name="Inhaltsplatzhalter 2">
            <a:extLst>
              <a:ext uri="{FF2B5EF4-FFF2-40B4-BE49-F238E27FC236}">
                <a16:creationId xmlns:a16="http://schemas.microsoft.com/office/drawing/2014/main" id="{22A1BF32-1314-EED6-3563-302185D269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12047" y="1654141"/>
            <a:ext cx="3896269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63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C23CC-506B-E7C4-54DD-E6E0E5EED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C4F5C1F-18AB-081A-F8AB-7A15695E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81" y="1700213"/>
            <a:ext cx="4465637" cy="4465637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FADDB432-3E4A-5BE3-8C55-3BFE6AB19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8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1202D7-8037-8902-E1B3-9B672CDE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Example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EBFA84-15BA-8F85-7C03-EE5CFBD06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customer wanted to know when a user with privileged rights access data in a specific database</a:t>
            </a:r>
          </a:p>
          <a:p>
            <a:pPr lvl="1"/>
            <a:r>
              <a:rPr lang="en-US" dirty="0"/>
              <a:t>Every login with sysadmin permissions must be recorded</a:t>
            </a:r>
          </a:p>
          <a:p>
            <a:pPr lvl="1"/>
            <a:r>
              <a:rPr lang="en-US" dirty="0"/>
              <a:t>No “regular” user activities must be recorded</a:t>
            </a:r>
          </a:p>
          <a:p>
            <a:r>
              <a:rPr lang="en-US" dirty="0"/>
              <a:t>No filter can be used in the SERVER AUDIT</a:t>
            </a:r>
          </a:p>
          <a:p>
            <a:pPr lvl="1"/>
            <a:r>
              <a:rPr lang="en-US" dirty="0"/>
              <a:t>Only names can be filtered</a:t>
            </a:r>
          </a:p>
          <a:p>
            <a:pPr lvl="1"/>
            <a:r>
              <a:rPr lang="en-US" dirty="0"/>
              <a:t>No (SELECT …) is allowed</a:t>
            </a:r>
          </a:p>
        </p:txBody>
      </p:sp>
    </p:spTree>
    <p:extLst>
      <p:ext uri="{BB962C8B-B14F-4D97-AF65-F5344CB8AC3E}">
        <p14:creationId xmlns:p14="http://schemas.microsoft.com/office/powerpoint/2010/main" val="3323798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BCA1F-C3C5-831B-0A59-4A0DEDDC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Example</a:t>
            </a:r>
          </a:p>
        </p:txBody>
      </p:sp>
      <p:sp>
        <p:nvSpPr>
          <p:cNvPr id="4" name="Server Audit">
            <a:extLst>
              <a:ext uri="{FF2B5EF4-FFF2-40B4-BE49-F238E27FC236}">
                <a16:creationId xmlns:a16="http://schemas.microsoft.com/office/drawing/2014/main" id="{4FFA3CA1-DC9F-69AB-3A0F-7F0614AC9B69}"/>
              </a:ext>
            </a:extLst>
          </p:cNvPr>
          <p:cNvSpPr/>
          <p:nvPr/>
        </p:nvSpPr>
        <p:spPr>
          <a:xfrm>
            <a:off x="371475" y="1697909"/>
            <a:ext cx="3456384" cy="1008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Server Audit</a:t>
            </a:r>
          </a:p>
        </p:txBody>
      </p:sp>
      <p:sp>
        <p:nvSpPr>
          <p:cNvPr id="5" name="Database Audit">
            <a:extLst>
              <a:ext uri="{FF2B5EF4-FFF2-40B4-BE49-F238E27FC236}">
                <a16:creationId xmlns:a16="http://schemas.microsoft.com/office/drawing/2014/main" id="{7E91743F-6730-EB2B-06C6-3E5F8BE54AE0}"/>
              </a:ext>
            </a:extLst>
          </p:cNvPr>
          <p:cNvSpPr/>
          <p:nvPr/>
        </p:nvSpPr>
        <p:spPr>
          <a:xfrm>
            <a:off x="1133289" y="3429000"/>
            <a:ext cx="3456384" cy="1008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Database Audit Specification</a:t>
            </a:r>
          </a:p>
        </p:txBody>
      </p:sp>
      <p:cxnSp>
        <p:nvCxnSpPr>
          <p:cNvPr id="6" name="Server Audit to Database Audit">
            <a:extLst>
              <a:ext uri="{FF2B5EF4-FFF2-40B4-BE49-F238E27FC236}">
                <a16:creationId xmlns:a16="http://schemas.microsoft.com/office/drawing/2014/main" id="{2EBB0379-0A28-87D9-59D5-47126B313AC9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5400000">
            <a:off x="1002961" y="2836349"/>
            <a:ext cx="1227035" cy="966378"/>
          </a:xfrm>
          <a:prstGeom prst="bentConnector4">
            <a:avLst>
              <a:gd name="adj1" fmla="val 29460"/>
              <a:gd name="adj2" fmla="val 123655"/>
            </a:avLst>
          </a:prstGeom>
          <a:ln w="28575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rver Audit Code">
            <a:extLst>
              <a:ext uri="{FF2B5EF4-FFF2-40B4-BE49-F238E27FC236}">
                <a16:creationId xmlns:a16="http://schemas.microsoft.com/office/drawing/2014/main" id="{C19EBA5D-9A96-035A-50D9-D98530A04542}"/>
              </a:ext>
            </a:extLst>
          </p:cNvPr>
          <p:cNvSpPr txBox="1"/>
          <p:nvPr/>
        </p:nvSpPr>
        <p:spPr>
          <a:xfrm>
            <a:off x="6096000" y="1700213"/>
            <a:ext cx="5724524" cy="24929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CREATE SERVER AUDIT</a:t>
            </a:r>
            <a:r>
              <a:rPr lang="en-US" sz="1200" b="1" dirty="0">
                <a:latin typeface="Consolas" panose="020B0609020204030204" pitchFamily="49" charset="0"/>
              </a:rPr>
              <a:t> [track sysadmin access]</a:t>
            </a: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TO FILE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FILEPATH = </a:t>
            </a:r>
            <a:r>
              <a:rPr lang="en-US" sz="1200" b="1" dirty="0">
                <a:solidFill>
                  <a:srgbClr val="C00000"/>
                </a:solidFill>
                <a:latin typeface="Consolas" panose="020B0609020204030204" pitchFamily="49" charset="0"/>
              </a:rPr>
              <a:t>'T:\Auditing\Database Audits\SQL_2025\</a:t>
            </a:r>
            <a:r>
              <a:rPr lang="en-US" sz="12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ERP_Demo</a:t>
            </a:r>
            <a:r>
              <a:rPr lang="en-US" sz="1200" b="1" dirty="0">
                <a:solidFill>
                  <a:srgbClr val="C00000"/>
                </a:solidFill>
                <a:latin typeface="Consolas" panose="020B0609020204030204" pitchFamily="49" charset="0"/>
              </a:rPr>
              <a:t>'</a:t>
            </a:r>
            <a:r>
              <a:rPr lang="en-US" sz="1200" b="1" dirty="0">
                <a:latin typeface="Consolas" panose="020B0609020204030204" pitchFamily="49" charset="0"/>
              </a:rPr>
              <a:t>,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MAXSIZE</a:t>
            </a:r>
            <a:r>
              <a:rPr lang="en-US" sz="1200" b="1" dirty="0">
                <a:latin typeface="Consolas" panose="020B0609020204030204" pitchFamily="49" charset="0"/>
              </a:rPr>
              <a:t> = 100 MB,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MAX_FILES </a:t>
            </a:r>
            <a:r>
              <a:rPr lang="en-US" sz="1200" b="1" dirty="0">
                <a:latin typeface="Consolas" panose="020B0609020204030204" pitchFamily="49" charset="0"/>
              </a:rPr>
              <a:t>= 5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WITH</a:t>
            </a:r>
            <a:br>
              <a:rPr lang="en-US" sz="1200" b="1" dirty="0">
                <a:latin typeface="Consolas" panose="020B0609020204030204" pitchFamily="49" charset="0"/>
              </a:rPr>
            </a:br>
            <a:r>
              <a:rPr lang="en-US" sz="1200" b="1" dirty="0">
                <a:latin typeface="Consolas" panose="020B0609020204030204" pitchFamily="49" charset="0"/>
              </a:rPr>
              <a:t>(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QUEUE_DELAY </a:t>
            </a:r>
            <a:r>
              <a:rPr lang="en-US" sz="1200" b="1" dirty="0">
                <a:latin typeface="Consolas" panose="020B0609020204030204" pitchFamily="49" charset="0"/>
              </a:rPr>
              <a:t>= 1000,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   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ON_FAILURE </a:t>
            </a:r>
            <a:r>
              <a:rPr lang="en-US" sz="1200" b="1" dirty="0">
                <a:latin typeface="Consolas" panose="020B0609020204030204" pitchFamily="49" charset="0"/>
              </a:rPr>
              <a:t>=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CONTINUE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GO</a:t>
            </a:r>
          </a:p>
        </p:txBody>
      </p:sp>
      <p:sp>
        <p:nvSpPr>
          <p:cNvPr id="10" name="Database Audit Code">
            <a:extLst>
              <a:ext uri="{FF2B5EF4-FFF2-40B4-BE49-F238E27FC236}">
                <a16:creationId xmlns:a16="http://schemas.microsoft.com/office/drawing/2014/main" id="{1D122A88-C114-0A0A-1EFE-B2DB7C30EFA7}"/>
              </a:ext>
            </a:extLst>
          </p:cNvPr>
          <p:cNvSpPr txBox="1"/>
          <p:nvPr/>
        </p:nvSpPr>
        <p:spPr>
          <a:xfrm>
            <a:off x="6096000" y="4773890"/>
            <a:ext cx="5724524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CREATE DATABASE AUDIT </a:t>
            </a:r>
            <a:r>
              <a:rPr lang="en-US" sz="1200" b="1" dirty="0">
                <a:latin typeface="Consolas" panose="020B0609020204030204" pitchFamily="49" charset="0"/>
              </a:rPr>
              <a:t>SPECIFICATION [object access]</a:t>
            </a: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FOR SERVER AUDIT </a:t>
            </a:r>
            <a:r>
              <a:rPr lang="en-US" sz="1200" b="1" dirty="0">
                <a:latin typeface="Consolas" panose="020B0609020204030204" pitchFamily="49" charset="0"/>
              </a:rPr>
              <a:t>[track sysadmin access]</a:t>
            </a: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	ADD (SELECT ON SCHEMA</a:t>
            </a:r>
            <a:r>
              <a:rPr lang="en-US" sz="1200" b="1" dirty="0">
                <a:latin typeface="Consolas" panose="020B0609020204030204" pitchFamily="49" charset="0"/>
              </a:rPr>
              <a:t>::[</a:t>
            </a:r>
            <a:r>
              <a:rPr lang="en-US" sz="1200" b="1" dirty="0" err="1">
                <a:latin typeface="Consolas" panose="020B0609020204030204" pitchFamily="49" charset="0"/>
              </a:rPr>
              <a:t>dbo</a:t>
            </a:r>
            <a:r>
              <a:rPr lang="en-US" sz="1200" b="1" dirty="0">
                <a:latin typeface="Consolas" panose="020B0609020204030204" pitchFamily="49" charset="0"/>
              </a:rPr>
              <a:t>]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BY </a:t>
            </a:r>
            <a:r>
              <a:rPr lang="en-US" sz="1200" b="1" dirty="0">
                <a:latin typeface="Consolas" panose="020B0609020204030204" pitchFamily="49" charset="0"/>
              </a:rPr>
              <a:t>[public]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2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ALTER DATABASE AUDIT </a:t>
            </a:r>
            <a:r>
              <a:rPr lang="en-US" sz="1200" b="1" dirty="0">
                <a:latin typeface="Consolas" panose="020B0609020204030204" pitchFamily="49" charset="0"/>
              </a:rPr>
              <a:t>SPECIFICATION [object access]</a:t>
            </a:r>
            <a:br>
              <a:rPr lang="en-US" sz="1200" b="1" dirty="0"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WITH </a:t>
            </a:r>
            <a:r>
              <a:rPr lang="en-US" sz="1200" b="1" dirty="0"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STATE </a:t>
            </a:r>
            <a:r>
              <a:rPr lang="en-US" sz="1200" b="1" dirty="0">
                <a:latin typeface="Consolas" panose="020B0609020204030204" pitchFamily="49" charset="0"/>
              </a:rPr>
              <a:t>=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ON</a:t>
            </a:r>
            <a:r>
              <a:rPr lang="en-US" sz="1200" b="1" dirty="0">
                <a:latin typeface="Consolas" panose="020B0609020204030204" pitchFamily="49" charset="0"/>
              </a:rPr>
              <a:t>)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2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Server Audit to Code">
            <a:extLst>
              <a:ext uri="{FF2B5EF4-FFF2-40B4-BE49-F238E27FC236}">
                <a16:creationId xmlns:a16="http://schemas.microsoft.com/office/drawing/2014/main" id="{0FECD8CC-FD20-8CEC-77EE-8027495ACE96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3827859" y="2201965"/>
            <a:ext cx="2268141" cy="744743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Database Audit to Code">
            <a:extLst>
              <a:ext uri="{FF2B5EF4-FFF2-40B4-BE49-F238E27FC236}">
                <a16:creationId xmlns:a16="http://schemas.microsoft.com/office/drawing/2014/main" id="{CE22E6C8-13BA-B60E-6569-4E4C9E669163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4589673" y="3933056"/>
            <a:ext cx="1506327" cy="1533332"/>
          </a:xfrm>
          <a:prstGeom prst="bentConnector3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57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1_db-berater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b-berater" id="{A415B4FD-AA9B-4461-AC2B-36ED5617A0E3}" vid="{018F950C-F5FA-4D6B-B0C1-0DCF0BD051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 Berater - Neutral</Template>
  <TotalTime>0</TotalTime>
  <Words>1149</Words>
  <Application>Microsoft Office PowerPoint</Application>
  <PresentationFormat>Breitbild</PresentationFormat>
  <Paragraphs>212</Paragraphs>
  <Slides>18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Lucida Console</vt:lpstr>
      <vt:lpstr>Segoe UI</vt:lpstr>
      <vt:lpstr>1_db-berater</vt:lpstr>
      <vt:lpstr>Mastering SQL Server Audits</vt:lpstr>
      <vt:lpstr>Links for this Session/Workshop</vt:lpstr>
      <vt:lpstr>Uwe Ricken db Berater GmbH</vt:lpstr>
      <vt:lpstr>Challenge SQL Server real world scenarios</vt:lpstr>
      <vt:lpstr>SQL Server for Juniors, Managers &amp; Consultants</vt:lpstr>
      <vt:lpstr>Agenda</vt:lpstr>
      <vt:lpstr>Why SQL Server Audit Matters</vt:lpstr>
      <vt:lpstr>SQL Server auditing features</vt:lpstr>
      <vt:lpstr>SQL Server auditing features</vt:lpstr>
      <vt:lpstr>SQL Server auditing features</vt:lpstr>
      <vt:lpstr>SQL Server auditing features</vt:lpstr>
      <vt:lpstr>Auditing Tools</vt:lpstr>
      <vt:lpstr>Native SQL Server Audit</vt:lpstr>
      <vt:lpstr>Architecture Overview</vt:lpstr>
      <vt:lpstr>Designing an Effective Audit Strategy</vt:lpstr>
      <vt:lpstr>PowerPoint-Präsentation</vt:lpstr>
      <vt:lpstr>Real World Example</vt:lpstr>
      <vt:lpstr>Real World Example</vt:lpstr>
    </vt:vector>
  </TitlesOfParts>
  <Company>db Berater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Uwe Ricken</dc:creator>
  <cp:lastModifiedBy>Uwe Ricken</cp:lastModifiedBy>
  <cp:revision>151</cp:revision>
  <dcterms:created xsi:type="dcterms:W3CDTF">2015-11-08T16:01:13Z</dcterms:created>
  <dcterms:modified xsi:type="dcterms:W3CDTF">2026-10-07T14:17:33Z</dcterms:modified>
</cp:coreProperties>
</file>